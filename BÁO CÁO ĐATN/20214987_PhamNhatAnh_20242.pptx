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9" r:id="rId5"/>
    <p:sldId id="269" r:id="rId6"/>
    <p:sldId id="270" r:id="rId7"/>
    <p:sldId id="271" r:id="rId8"/>
    <p:sldId id="272" r:id="rId9"/>
    <p:sldId id="275" r:id="rId10"/>
    <p:sldId id="274" r:id="rId11"/>
    <p:sldId id="276" r:id="rId12"/>
    <p:sldId id="273" r:id="rId13"/>
    <p:sldId id="277" r:id="rId14"/>
    <p:sldId id="286" r:id="rId15"/>
    <p:sldId id="285" r:id="rId16"/>
    <p:sldId id="290" r:id="rId17"/>
    <p:sldId id="297" r:id="rId18"/>
    <p:sldId id="292" r:id="rId19"/>
    <p:sldId id="293" r:id="rId20"/>
    <p:sldId id="287" r:id="rId21"/>
    <p:sldId id="278" r:id="rId22"/>
    <p:sldId id="279" r:id="rId23"/>
    <p:sldId id="296" r:id="rId24"/>
    <p:sldId id="295" r:id="rId25"/>
    <p:sldId id="282" r:id="rId26"/>
    <p:sldId id="283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1C09E9-DDD4-4DBB-90E6-8A59FBD01F03}" v="170" dt="2025-07-07T12:41:37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m Nhat Anh 20214987" userId="a1179c0d-167f-453b-8129-1a18e0e28268" providerId="ADAL" clId="{911C09E9-DDD4-4DBB-90E6-8A59FBD01F03}"/>
    <pc:docChg chg="undo custSel addSld delSld modSld sldOrd">
      <pc:chgData name="Pham Nhat Anh 20214987" userId="a1179c0d-167f-453b-8129-1a18e0e28268" providerId="ADAL" clId="{911C09E9-DDD4-4DBB-90E6-8A59FBD01F03}" dt="2025-07-07T09:31:38.446" v="1989" actId="20577"/>
      <pc:docMkLst>
        <pc:docMk/>
      </pc:docMkLst>
      <pc:sldChg chg="modSp add del mod">
        <pc:chgData name="Pham Nhat Anh 20214987" userId="a1179c0d-167f-453b-8129-1a18e0e28268" providerId="ADAL" clId="{911C09E9-DDD4-4DBB-90E6-8A59FBD01F03}" dt="2025-07-04T04:44:06.893" v="1627" actId="47"/>
        <pc:sldMkLst>
          <pc:docMk/>
          <pc:sldMk cId="0" sldId="256"/>
        </pc:sldMkLst>
      </pc:sldChg>
      <pc:sldChg chg="del">
        <pc:chgData name="Pham Nhat Anh 20214987" userId="a1179c0d-167f-453b-8129-1a18e0e28268" providerId="ADAL" clId="{911C09E9-DDD4-4DBB-90E6-8A59FBD01F03}" dt="2025-06-25T10:01:04.310" v="157" actId="47"/>
        <pc:sldMkLst>
          <pc:docMk/>
          <pc:sldMk cId="1234004128" sldId="256"/>
        </pc:sldMkLst>
      </pc:sldChg>
      <pc:sldChg chg="del">
        <pc:chgData name="Pham Nhat Anh 20214987" userId="a1179c0d-167f-453b-8129-1a18e0e28268" providerId="ADAL" clId="{911C09E9-DDD4-4DBB-90E6-8A59FBD01F03}" dt="2025-06-25T10:01:03.320" v="156" actId="47"/>
        <pc:sldMkLst>
          <pc:docMk/>
          <pc:sldMk cId="743172911" sldId="257"/>
        </pc:sldMkLst>
      </pc:sldChg>
      <pc:sldChg chg="del">
        <pc:chgData name="Pham Nhat Anh 20214987" userId="a1179c0d-167f-453b-8129-1a18e0e28268" providerId="ADAL" clId="{911C09E9-DDD4-4DBB-90E6-8A59FBD01F03}" dt="2025-06-25T10:20:01.315" v="394" actId="47"/>
        <pc:sldMkLst>
          <pc:docMk/>
          <pc:sldMk cId="3505952789" sldId="258"/>
        </pc:sldMkLst>
      </pc:sldChg>
      <pc:sldChg chg="modNotesTx">
        <pc:chgData name="Pham Nhat Anh 20214987" userId="a1179c0d-167f-453b-8129-1a18e0e28268" providerId="ADAL" clId="{911C09E9-DDD4-4DBB-90E6-8A59FBD01F03}" dt="2025-06-26T09:44:31.792" v="1467" actId="20577"/>
        <pc:sldMkLst>
          <pc:docMk/>
          <pc:sldMk cId="2066355306" sldId="259"/>
        </pc:sldMkLst>
      </pc:sldChg>
      <pc:sldChg chg="del">
        <pc:chgData name="Pham Nhat Anh 20214987" userId="a1179c0d-167f-453b-8129-1a18e0e28268" providerId="ADAL" clId="{911C09E9-DDD4-4DBB-90E6-8A59FBD01F03}" dt="2025-06-25T10:00:52.437" v="155" actId="47"/>
        <pc:sldMkLst>
          <pc:docMk/>
          <pc:sldMk cId="221433772" sldId="260"/>
        </pc:sldMkLst>
      </pc:sldChg>
      <pc:sldChg chg="del">
        <pc:chgData name="Pham Nhat Anh 20214987" userId="a1179c0d-167f-453b-8129-1a18e0e28268" providerId="ADAL" clId="{911C09E9-DDD4-4DBB-90E6-8A59FBD01F03}" dt="2025-06-25T10:19:59.718" v="393" actId="47"/>
        <pc:sldMkLst>
          <pc:docMk/>
          <pc:sldMk cId="64084651" sldId="261"/>
        </pc:sldMkLst>
      </pc:sldChg>
      <pc:sldChg chg="del">
        <pc:chgData name="Pham Nhat Anh 20214987" userId="a1179c0d-167f-453b-8129-1a18e0e28268" providerId="ADAL" clId="{911C09E9-DDD4-4DBB-90E6-8A59FBD01F03}" dt="2025-06-25T12:55:36.932" v="1273" actId="47"/>
        <pc:sldMkLst>
          <pc:docMk/>
          <pc:sldMk cId="2790627162" sldId="262"/>
        </pc:sldMkLst>
      </pc:sldChg>
      <pc:sldChg chg="del">
        <pc:chgData name="Pham Nhat Anh 20214987" userId="a1179c0d-167f-453b-8129-1a18e0e28268" providerId="ADAL" clId="{911C09E9-DDD4-4DBB-90E6-8A59FBD01F03}" dt="2025-06-25T12:50:26.838" v="1224" actId="47"/>
        <pc:sldMkLst>
          <pc:docMk/>
          <pc:sldMk cId="485500544" sldId="263"/>
        </pc:sldMkLst>
      </pc:sldChg>
      <pc:sldChg chg="del">
        <pc:chgData name="Pham Nhat Anh 20214987" userId="a1179c0d-167f-453b-8129-1a18e0e28268" providerId="ADAL" clId="{911C09E9-DDD4-4DBB-90E6-8A59FBD01F03}" dt="2025-06-25T10:20:02.316" v="395" actId="47"/>
        <pc:sldMkLst>
          <pc:docMk/>
          <pc:sldMk cId="2287700220" sldId="264"/>
        </pc:sldMkLst>
      </pc:sldChg>
      <pc:sldChg chg="add">
        <pc:chgData name="Pham Nhat Anh 20214987" userId="a1179c0d-167f-453b-8129-1a18e0e28268" providerId="ADAL" clId="{911C09E9-DDD4-4DBB-90E6-8A59FBD01F03}" dt="2025-06-25T12:55:35.179" v="1272"/>
        <pc:sldMkLst>
          <pc:docMk/>
          <pc:sldMk cId="3954995097" sldId="264"/>
        </pc:sldMkLst>
      </pc:sldChg>
      <pc:sldChg chg="del">
        <pc:chgData name="Pham Nhat Anh 20214987" userId="a1179c0d-167f-453b-8129-1a18e0e28268" providerId="ADAL" clId="{911C09E9-DDD4-4DBB-90E6-8A59FBD01F03}" dt="2025-06-25T10:20:04.022" v="396" actId="47"/>
        <pc:sldMkLst>
          <pc:docMk/>
          <pc:sldMk cId="3092516354" sldId="265"/>
        </pc:sldMkLst>
      </pc:sldChg>
      <pc:sldChg chg="del">
        <pc:chgData name="Pham Nhat Anh 20214987" userId="a1179c0d-167f-453b-8129-1a18e0e28268" providerId="ADAL" clId="{911C09E9-DDD4-4DBB-90E6-8A59FBD01F03}" dt="2025-06-25T10:20:04.777" v="397" actId="47"/>
        <pc:sldMkLst>
          <pc:docMk/>
          <pc:sldMk cId="428433212" sldId="266"/>
        </pc:sldMkLst>
      </pc:sldChg>
      <pc:sldChg chg="del">
        <pc:chgData name="Pham Nhat Anh 20214987" userId="a1179c0d-167f-453b-8129-1a18e0e28268" providerId="ADAL" clId="{911C09E9-DDD4-4DBB-90E6-8A59FBD01F03}" dt="2025-06-25T10:20:05.985" v="398" actId="47"/>
        <pc:sldMkLst>
          <pc:docMk/>
          <pc:sldMk cId="3001568464" sldId="267"/>
        </pc:sldMkLst>
      </pc:sldChg>
      <pc:sldChg chg="del">
        <pc:chgData name="Pham Nhat Anh 20214987" userId="a1179c0d-167f-453b-8129-1a18e0e28268" providerId="ADAL" clId="{911C09E9-DDD4-4DBB-90E6-8A59FBD01F03}" dt="2025-06-25T10:20:06.915" v="399" actId="47"/>
        <pc:sldMkLst>
          <pc:docMk/>
          <pc:sldMk cId="3594598399" sldId="268"/>
        </pc:sldMkLst>
      </pc:sldChg>
      <pc:sldChg chg="modSp mod">
        <pc:chgData name="Pham Nhat Anh 20214987" userId="a1179c0d-167f-453b-8129-1a18e0e28268" providerId="ADAL" clId="{911C09E9-DDD4-4DBB-90E6-8A59FBD01F03}" dt="2025-06-25T09:45:11.611" v="141" actId="20577"/>
        <pc:sldMkLst>
          <pc:docMk/>
          <pc:sldMk cId="3953857268" sldId="269"/>
        </pc:sldMkLst>
        <pc:spChg chg="mod">
          <ac:chgData name="Pham Nhat Anh 20214987" userId="a1179c0d-167f-453b-8129-1a18e0e28268" providerId="ADAL" clId="{911C09E9-DDD4-4DBB-90E6-8A59FBD01F03}" dt="2025-06-25T09:45:11.611" v="141" actId="20577"/>
          <ac:spMkLst>
            <pc:docMk/>
            <pc:sldMk cId="3953857268" sldId="269"/>
            <ac:spMk id="2" creationId="{1C2F9A20-3D82-4C1C-86E6-5A8A77C090AD}"/>
          </ac:spMkLst>
        </pc:spChg>
        <pc:spChg chg="mod">
          <ac:chgData name="Pham Nhat Anh 20214987" userId="a1179c0d-167f-453b-8129-1a18e0e28268" providerId="ADAL" clId="{911C09E9-DDD4-4DBB-90E6-8A59FBD01F03}" dt="2025-06-25T09:44:59.518" v="129" actId="14100"/>
          <ac:spMkLst>
            <pc:docMk/>
            <pc:sldMk cId="3953857268" sldId="269"/>
            <ac:spMk id="5" creationId="{F608F88D-83FE-4CE0-BF33-FEDC84134035}"/>
          </ac:spMkLst>
        </pc:spChg>
      </pc:sldChg>
      <pc:sldChg chg="modSp mod">
        <pc:chgData name="Pham Nhat Anh 20214987" userId="a1179c0d-167f-453b-8129-1a18e0e28268" providerId="ADAL" clId="{911C09E9-DDD4-4DBB-90E6-8A59FBD01F03}" dt="2025-07-06T09:50:14.029" v="1669" actId="20577"/>
        <pc:sldMkLst>
          <pc:docMk/>
          <pc:sldMk cId="2787105864" sldId="270"/>
        </pc:sldMkLst>
        <pc:spChg chg="mod">
          <ac:chgData name="Pham Nhat Anh 20214987" userId="a1179c0d-167f-453b-8129-1a18e0e28268" providerId="ADAL" clId="{911C09E9-DDD4-4DBB-90E6-8A59FBD01F03}" dt="2025-07-06T09:50:14.029" v="1669" actId="20577"/>
          <ac:spMkLst>
            <pc:docMk/>
            <pc:sldMk cId="2787105864" sldId="270"/>
            <ac:spMk id="4" creationId="{CFE187D6-3EC6-4DC2-B310-91DC9CF09A42}"/>
          </ac:spMkLst>
        </pc:spChg>
      </pc:sldChg>
      <pc:sldChg chg="addSp delSp modSp mod">
        <pc:chgData name="Pham Nhat Anh 20214987" userId="a1179c0d-167f-453b-8129-1a18e0e28268" providerId="ADAL" clId="{911C09E9-DDD4-4DBB-90E6-8A59FBD01F03}" dt="2025-07-06T10:33:59.361" v="1737" actId="255"/>
        <pc:sldMkLst>
          <pc:docMk/>
          <pc:sldMk cId="3338997932" sldId="272"/>
        </pc:sldMkLst>
        <pc:spChg chg="mod">
          <ac:chgData name="Pham Nhat Anh 20214987" userId="a1179c0d-167f-453b-8129-1a18e0e28268" providerId="ADAL" clId="{911C09E9-DDD4-4DBB-90E6-8A59FBD01F03}" dt="2025-07-06T09:50:21.966" v="1671" actId="20577"/>
          <ac:spMkLst>
            <pc:docMk/>
            <pc:sldMk cId="3338997932" sldId="272"/>
            <ac:spMk id="5" creationId="{D4523ECD-BDE4-4BF8-92A9-AE4DAA8E0062}"/>
          </ac:spMkLst>
        </pc:spChg>
        <pc:spChg chg="mod">
          <ac:chgData name="Pham Nhat Anh 20214987" userId="a1179c0d-167f-453b-8129-1a18e0e28268" providerId="ADAL" clId="{911C09E9-DDD4-4DBB-90E6-8A59FBD01F03}" dt="2025-07-06T10:33:59.361" v="1737" actId="255"/>
          <ac:spMkLst>
            <pc:docMk/>
            <pc:sldMk cId="3338997932" sldId="272"/>
            <ac:spMk id="6" creationId="{FD41EE4D-2736-4234-880E-27007412A106}"/>
          </ac:spMkLst>
        </pc:spChg>
        <pc:picChg chg="add mod">
          <ac:chgData name="Pham Nhat Anh 20214987" userId="a1179c0d-167f-453b-8129-1a18e0e28268" providerId="ADAL" clId="{911C09E9-DDD4-4DBB-90E6-8A59FBD01F03}" dt="2025-06-25T10:00:28.710" v="154" actId="1038"/>
          <ac:picMkLst>
            <pc:docMk/>
            <pc:sldMk cId="3338997932" sldId="272"/>
            <ac:picMk id="3" creationId="{EDFB5FE7-BBAF-2C64-474A-DABC3AE7890F}"/>
          </ac:picMkLst>
        </pc:picChg>
      </pc:sldChg>
      <pc:sldChg chg="addSp delSp modSp add mod">
        <pc:chgData name="Pham Nhat Anh 20214987" userId="a1179c0d-167f-453b-8129-1a18e0e28268" providerId="ADAL" clId="{911C09E9-DDD4-4DBB-90E6-8A59FBD01F03}" dt="2025-07-06T09:50:34.880" v="1675" actId="20577"/>
        <pc:sldMkLst>
          <pc:docMk/>
          <pc:sldMk cId="482438938" sldId="273"/>
        </pc:sldMkLst>
        <pc:spChg chg="add">
          <ac:chgData name="Pham Nhat Anh 20214987" userId="a1179c0d-167f-453b-8129-1a18e0e28268" providerId="ADAL" clId="{911C09E9-DDD4-4DBB-90E6-8A59FBD01F03}" dt="2025-06-25T10:11:07.289" v="292" actId="22"/>
          <ac:spMkLst>
            <pc:docMk/>
            <pc:sldMk cId="482438938" sldId="273"/>
            <ac:spMk id="4" creationId="{BB581942-10F3-C1C6-D0A1-EF7CFC01128D}"/>
          </ac:spMkLst>
        </pc:spChg>
        <pc:spChg chg="mod">
          <ac:chgData name="Pham Nhat Anh 20214987" userId="a1179c0d-167f-453b-8129-1a18e0e28268" providerId="ADAL" clId="{911C09E9-DDD4-4DBB-90E6-8A59FBD01F03}" dt="2025-07-06T09:50:34.880" v="1675" actId="20577"/>
          <ac:spMkLst>
            <pc:docMk/>
            <pc:sldMk cId="482438938" sldId="273"/>
            <ac:spMk id="6" creationId="{452067BB-3308-49F0-A849-D7950207DD14}"/>
          </ac:spMkLst>
        </pc:spChg>
        <pc:picChg chg="add mod">
          <ac:chgData name="Pham Nhat Anh 20214987" userId="a1179c0d-167f-453b-8129-1a18e0e28268" providerId="ADAL" clId="{911C09E9-DDD4-4DBB-90E6-8A59FBD01F03}" dt="2025-06-25T10:14:16.328" v="312" actId="14100"/>
          <ac:picMkLst>
            <pc:docMk/>
            <pc:sldMk cId="482438938" sldId="273"/>
            <ac:picMk id="10" creationId="{4681223E-CC0E-457E-59E3-707E0CA76A78}"/>
          </ac:picMkLst>
        </pc:picChg>
      </pc:sldChg>
      <pc:sldChg chg="modSp mod">
        <pc:chgData name="Pham Nhat Anh 20214987" userId="a1179c0d-167f-453b-8129-1a18e0e28268" providerId="ADAL" clId="{911C09E9-DDD4-4DBB-90E6-8A59FBD01F03}" dt="2025-07-06T10:34:50.708" v="1843" actId="6549"/>
        <pc:sldMkLst>
          <pc:docMk/>
          <pc:sldMk cId="4199712073" sldId="274"/>
        </pc:sldMkLst>
        <pc:spChg chg="mod">
          <ac:chgData name="Pham Nhat Anh 20214987" userId="a1179c0d-167f-453b-8129-1a18e0e28268" providerId="ADAL" clId="{911C09E9-DDD4-4DBB-90E6-8A59FBD01F03}" dt="2025-07-06T10:34:50.708" v="1843" actId="6549"/>
          <ac:spMkLst>
            <pc:docMk/>
            <pc:sldMk cId="4199712073" sldId="274"/>
            <ac:spMk id="3" creationId="{B6727247-66AD-433E-8800-8F419499CF86}"/>
          </ac:spMkLst>
        </pc:spChg>
        <pc:spChg chg="mod">
          <ac:chgData name="Pham Nhat Anh 20214987" userId="a1179c0d-167f-453b-8129-1a18e0e28268" providerId="ADAL" clId="{911C09E9-DDD4-4DBB-90E6-8A59FBD01F03}" dt="2025-07-06T09:50:29.258" v="1673" actId="20577"/>
          <ac:spMkLst>
            <pc:docMk/>
            <pc:sldMk cId="4199712073" sldId="274"/>
            <ac:spMk id="6" creationId="{B06980F2-0309-459E-AD3A-B118C1ED73F2}"/>
          </ac:spMkLst>
        </pc:spChg>
      </pc:sldChg>
      <pc:sldChg chg="add ord">
        <pc:chgData name="Pham Nhat Anh 20214987" userId="a1179c0d-167f-453b-8129-1a18e0e28268" providerId="ADAL" clId="{911C09E9-DDD4-4DBB-90E6-8A59FBD01F03}" dt="2025-06-25T10:02:36.916" v="286"/>
        <pc:sldMkLst>
          <pc:docMk/>
          <pc:sldMk cId="147163101" sldId="275"/>
        </pc:sldMkLst>
      </pc:sldChg>
      <pc:sldChg chg="add">
        <pc:chgData name="Pham Nhat Anh 20214987" userId="a1179c0d-167f-453b-8129-1a18e0e28268" providerId="ADAL" clId="{911C09E9-DDD4-4DBB-90E6-8A59FBD01F03}" dt="2025-06-25T10:03:48.504" v="289"/>
        <pc:sldMkLst>
          <pc:docMk/>
          <pc:sldMk cId="3027424258" sldId="276"/>
        </pc:sldMkLst>
      </pc:sldChg>
      <pc:sldChg chg="addSp delSp modSp add mod">
        <pc:chgData name="Pham Nhat Anh 20214987" userId="a1179c0d-167f-453b-8129-1a18e0e28268" providerId="ADAL" clId="{911C09E9-DDD4-4DBB-90E6-8A59FBD01F03}" dt="2025-07-06T09:51:00.144" v="1679" actId="1076"/>
        <pc:sldMkLst>
          <pc:docMk/>
          <pc:sldMk cId="3165129430" sldId="277"/>
        </pc:sldMkLst>
        <pc:spChg chg="mod">
          <ac:chgData name="Pham Nhat Anh 20214987" userId="a1179c0d-167f-453b-8129-1a18e0e28268" providerId="ADAL" clId="{911C09E9-DDD4-4DBB-90E6-8A59FBD01F03}" dt="2025-06-25T10:19:24.282" v="391" actId="6549"/>
          <ac:spMkLst>
            <pc:docMk/>
            <pc:sldMk cId="3165129430" sldId="277"/>
            <ac:spMk id="2" creationId="{8B65ABA9-3A9F-4099-8578-57D4D650E31B}"/>
          </ac:spMkLst>
        </pc:spChg>
        <pc:spChg chg="mod">
          <ac:chgData name="Pham Nhat Anh 20214987" userId="a1179c0d-167f-453b-8129-1a18e0e28268" providerId="ADAL" clId="{911C09E9-DDD4-4DBB-90E6-8A59FBD01F03}" dt="2025-07-06T09:50:44.651" v="1677" actId="20577"/>
          <ac:spMkLst>
            <pc:docMk/>
            <pc:sldMk cId="3165129430" sldId="277"/>
            <ac:spMk id="6" creationId="{886989F2-BCE5-4EE5-A560-5AE97CB5D7E7}"/>
          </ac:spMkLst>
        </pc:spChg>
        <pc:picChg chg="add mod">
          <ac:chgData name="Pham Nhat Anh 20214987" userId="a1179c0d-167f-453b-8129-1a18e0e28268" providerId="ADAL" clId="{911C09E9-DDD4-4DBB-90E6-8A59FBD01F03}" dt="2025-07-06T09:51:00.144" v="1679" actId="1076"/>
          <ac:picMkLst>
            <pc:docMk/>
            <pc:sldMk cId="3165129430" sldId="277"/>
            <ac:picMk id="8" creationId="{3DA625A7-321E-55F7-80E7-4069EA625D4E}"/>
          </ac:picMkLst>
        </pc:picChg>
      </pc:sldChg>
      <pc:sldChg chg="add">
        <pc:chgData name="Pham Nhat Anh 20214987" userId="a1179c0d-167f-453b-8129-1a18e0e28268" providerId="ADAL" clId="{911C09E9-DDD4-4DBB-90E6-8A59FBD01F03}" dt="2025-06-25T10:34:18.974" v="552"/>
        <pc:sldMkLst>
          <pc:docMk/>
          <pc:sldMk cId="89972268" sldId="278"/>
        </pc:sldMkLst>
      </pc:sldChg>
      <pc:sldChg chg="modSp add mod">
        <pc:chgData name="Pham Nhat Anh 20214987" userId="a1179c0d-167f-453b-8129-1a18e0e28268" providerId="ADAL" clId="{911C09E9-DDD4-4DBB-90E6-8A59FBD01F03}" dt="2025-07-07T09:31:08.407" v="1965" actId="20577"/>
        <pc:sldMkLst>
          <pc:docMk/>
          <pc:sldMk cId="478394470" sldId="279"/>
        </pc:sldMkLst>
        <pc:spChg chg="mod">
          <ac:chgData name="Pham Nhat Anh 20214987" userId="a1179c0d-167f-453b-8129-1a18e0e28268" providerId="ADAL" clId="{911C09E9-DDD4-4DBB-90E6-8A59FBD01F03}" dt="2025-07-07T09:31:08.407" v="1965" actId="20577"/>
          <ac:spMkLst>
            <pc:docMk/>
            <pc:sldMk cId="478394470" sldId="279"/>
            <ac:spMk id="7" creationId="{5928DAE1-3AE2-4C5F-B8BB-515F8FBF0BE4}"/>
          </ac:spMkLst>
        </pc:spChg>
      </pc:sldChg>
      <pc:sldChg chg="addSp delSp modSp add del mod ord addAnim delAnim">
        <pc:chgData name="Pham Nhat Anh 20214987" userId="a1179c0d-167f-453b-8129-1a18e0e28268" providerId="ADAL" clId="{911C09E9-DDD4-4DBB-90E6-8A59FBD01F03}" dt="2025-06-25T12:31:38.807" v="1134" actId="47"/>
        <pc:sldMkLst>
          <pc:docMk/>
          <pc:sldMk cId="283630688" sldId="280"/>
        </pc:sldMkLst>
      </pc:sldChg>
      <pc:sldChg chg="add">
        <pc:chgData name="Pham Nhat Anh 20214987" userId="a1179c0d-167f-453b-8129-1a18e0e28268" providerId="ADAL" clId="{911C09E9-DDD4-4DBB-90E6-8A59FBD01F03}" dt="2025-06-25T12:50:23.625" v="1223"/>
        <pc:sldMkLst>
          <pc:docMk/>
          <pc:sldMk cId="1616270053" sldId="282"/>
        </pc:sldMkLst>
      </pc:sldChg>
      <pc:sldChg chg="modSp add mod">
        <pc:chgData name="Pham Nhat Anh 20214987" userId="a1179c0d-167f-453b-8129-1a18e0e28268" providerId="ADAL" clId="{911C09E9-DDD4-4DBB-90E6-8A59FBD01F03}" dt="2025-07-07T09:31:38.446" v="1989" actId="20577"/>
        <pc:sldMkLst>
          <pc:docMk/>
          <pc:sldMk cId="3542979812" sldId="283"/>
        </pc:sldMkLst>
        <pc:spChg chg="mod">
          <ac:chgData name="Pham Nhat Anh 20214987" userId="a1179c0d-167f-453b-8129-1a18e0e28268" providerId="ADAL" clId="{911C09E9-DDD4-4DBB-90E6-8A59FBD01F03}" dt="2025-07-06T16:52:12.714" v="1876" actId="20577"/>
          <ac:spMkLst>
            <pc:docMk/>
            <pc:sldMk cId="3542979812" sldId="283"/>
            <ac:spMk id="3" creationId="{B6727247-66AD-433E-8800-8F419499CF86}"/>
          </ac:spMkLst>
        </pc:spChg>
        <pc:spChg chg="mod">
          <ac:chgData name="Pham Nhat Anh 20214987" userId="a1179c0d-167f-453b-8129-1a18e0e28268" providerId="ADAL" clId="{911C09E9-DDD4-4DBB-90E6-8A59FBD01F03}" dt="2025-07-07T09:31:38.446" v="1989" actId="20577"/>
          <ac:spMkLst>
            <pc:docMk/>
            <pc:sldMk cId="3542979812" sldId="283"/>
            <ac:spMk id="4" creationId="{3BF0472E-C100-4BF2-877B-A66358F62BBB}"/>
          </ac:spMkLst>
        </pc:spChg>
      </pc:sldChg>
      <pc:sldChg chg="addSp delSp modSp add mod">
        <pc:chgData name="Pham Nhat Anh 20214987" userId="a1179c0d-167f-453b-8129-1a18e0e28268" providerId="ADAL" clId="{911C09E9-DDD4-4DBB-90E6-8A59FBD01F03}" dt="2025-07-07T09:30:23.980" v="1948" actId="20577"/>
        <pc:sldMkLst>
          <pc:docMk/>
          <pc:sldMk cId="1468287019" sldId="285"/>
        </pc:sldMkLst>
        <pc:spChg chg="mod">
          <ac:chgData name="Pham Nhat Anh 20214987" userId="a1179c0d-167f-453b-8129-1a18e0e28268" providerId="ADAL" clId="{911C09E9-DDD4-4DBB-90E6-8A59FBD01F03}" dt="2025-07-06T16:12:19.357" v="1856" actId="20577"/>
          <ac:spMkLst>
            <pc:docMk/>
            <pc:sldMk cId="1468287019" sldId="285"/>
            <ac:spMk id="3" creationId="{9ADA1C2B-40F1-904D-DF75-DFB7595F5373}"/>
          </ac:spMkLst>
        </pc:spChg>
        <pc:spChg chg="add mod">
          <ac:chgData name="Pham Nhat Anh 20214987" userId="a1179c0d-167f-453b-8129-1a18e0e28268" providerId="ADAL" clId="{911C09E9-DDD4-4DBB-90E6-8A59FBD01F03}" dt="2025-07-07T09:30:23.980" v="1948" actId="20577"/>
          <ac:spMkLst>
            <pc:docMk/>
            <pc:sldMk cId="1468287019" sldId="285"/>
            <ac:spMk id="5" creationId="{3D2EFCEA-8A4A-8048-9FF4-F351BB38B150}"/>
          </ac:spMkLst>
        </pc:spChg>
        <pc:spChg chg="mod">
          <ac:chgData name="Pham Nhat Anh 20214987" userId="a1179c0d-167f-453b-8129-1a18e0e28268" providerId="ADAL" clId="{911C09E9-DDD4-4DBB-90E6-8A59FBD01F03}" dt="2025-07-06T16:12:30.063" v="1861" actId="20577"/>
          <ac:spMkLst>
            <pc:docMk/>
            <pc:sldMk cId="1468287019" sldId="285"/>
            <ac:spMk id="6" creationId="{BE8B73A1-776B-8E8E-5F18-440B42F1CA53}"/>
          </ac:spMkLst>
        </pc:spChg>
        <pc:picChg chg="add mod">
          <ac:chgData name="Pham Nhat Anh 20214987" userId="a1179c0d-167f-453b-8129-1a18e0e28268" providerId="ADAL" clId="{911C09E9-DDD4-4DBB-90E6-8A59FBD01F03}" dt="2025-07-06T16:11:30.758" v="1854" actId="1038"/>
          <ac:picMkLst>
            <pc:docMk/>
            <pc:sldMk cId="1468287019" sldId="285"/>
            <ac:picMk id="4" creationId="{803BCE07-F2FA-0348-678C-E55B708876A2}"/>
          </ac:picMkLst>
        </pc:picChg>
        <pc:picChg chg="add del mod">
          <ac:chgData name="Pham Nhat Anh 20214987" userId="a1179c0d-167f-453b-8129-1a18e0e28268" providerId="ADAL" clId="{911C09E9-DDD4-4DBB-90E6-8A59FBD01F03}" dt="2025-07-06T16:11:25.902" v="1844" actId="478"/>
          <ac:picMkLst>
            <pc:docMk/>
            <pc:sldMk cId="1468287019" sldId="285"/>
            <ac:picMk id="8" creationId="{9BD17410-D377-92EC-37E8-A7F56DD0CE64}"/>
          </ac:picMkLst>
        </pc:picChg>
      </pc:sldChg>
      <pc:sldChg chg="add">
        <pc:chgData name="Pham Nhat Anh 20214987" userId="a1179c0d-167f-453b-8129-1a18e0e28268" providerId="ADAL" clId="{911C09E9-DDD4-4DBB-90E6-8A59FBD01F03}" dt="2025-06-25T10:19:54.699" v="392"/>
        <pc:sldMkLst>
          <pc:docMk/>
          <pc:sldMk cId="1006401146" sldId="286"/>
        </pc:sldMkLst>
      </pc:sldChg>
      <pc:sldChg chg="addSp delSp modSp add mod">
        <pc:chgData name="Pham Nhat Anh 20214987" userId="a1179c0d-167f-453b-8129-1a18e0e28268" providerId="ADAL" clId="{911C09E9-DDD4-4DBB-90E6-8A59FBD01F03}" dt="2025-07-07T09:30:51.663" v="1961" actId="20577"/>
        <pc:sldMkLst>
          <pc:docMk/>
          <pc:sldMk cId="118900827" sldId="287"/>
        </pc:sldMkLst>
        <pc:spChg chg="mod">
          <ac:chgData name="Pham Nhat Anh 20214987" userId="a1179c0d-167f-453b-8129-1a18e0e28268" providerId="ADAL" clId="{911C09E9-DDD4-4DBB-90E6-8A59FBD01F03}" dt="2025-06-25T14:37:59.443" v="1383" actId="20577"/>
          <ac:spMkLst>
            <pc:docMk/>
            <pc:sldMk cId="118900827" sldId="287"/>
            <ac:spMk id="2" creationId="{8B65ABA9-3A9F-4099-8578-57D4D650E31B}"/>
          </ac:spMkLst>
        </pc:spChg>
        <pc:spChg chg="mod">
          <ac:chgData name="Pham Nhat Anh 20214987" userId="a1179c0d-167f-453b-8129-1a18e0e28268" providerId="ADAL" clId="{911C09E9-DDD4-4DBB-90E6-8A59FBD01F03}" dt="2025-07-07T09:30:51.663" v="1961" actId="20577"/>
          <ac:spMkLst>
            <pc:docMk/>
            <pc:sldMk cId="118900827" sldId="287"/>
            <ac:spMk id="5" creationId="{315F46F8-51CB-40A0-ACF5-4FAB5890C76D}"/>
          </ac:spMkLst>
        </pc:spChg>
        <pc:picChg chg="add mod">
          <ac:chgData name="Pham Nhat Anh 20214987" userId="a1179c0d-167f-453b-8129-1a18e0e28268" providerId="ADAL" clId="{911C09E9-DDD4-4DBB-90E6-8A59FBD01F03}" dt="2025-06-25T14:38:09.750" v="1387" actId="1076"/>
          <ac:picMkLst>
            <pc:docMk/>
            <pc:sldMk cId="118900827" sldId="287"/>
            <ac:picMk id="4" creationId="{A00A4A63-85C5-931D-C9F0-81FDE9A16628}"/>
          </ac:picMkLst>
        </pc:picChg>
      </pc:sldChg>
      <pc:sldChg chg="addSp delSp modSp add mod addAnim delAnim">
        <pc:chgData name="Pham Nhat Anh 20214987" userId="a1179c0d-167f-453b-8129-1a18e0e28268" providerId="ADAL" clId="{911C09E9-DDD4-4DBB-90E6-8A59FBD01F03}" dt="2025-07-07T09:30:28.905" v="1950" actId="20577"/>
        <pc:sldMkLst>
          <pc:docMk/>
          <pc:sldMk cId="143017418" sldId="290"/>
        </pc:sldMkLst>
        <pc:spChg chg="mod">
          <ac:chgData name="Pham Nhat Anh 20214987" userId="a1179c0d-167f-453b-8129-1a18e0e28268" providerId="ADAL" clId="{911C09E9-DDD4-4DBB-90E6-8A59FBD01F03}" dt="2025-06-25T10:28:23.856" v="529" actId="20577"/>
          <ac:spMkLst>
            <pc:docMk/>
            <pc:sldMk cId="143017418" sldId="290"/>
            <ac:spMk id="2" creationId="{F1750AD0-0280-E6F1-1D40-8B4067844BAE}"/>
          </ac:spMkLst>
        </pc:spChg>
        <pc:spChg chg="add mod">
          <ac:chgData name="Pham Nhat Anh 20214987" userId="a1179c0d-167f-453b-8129-1a18e0e28268" providerId="ADAL" clId="{911C09E9-DDD4-4DBB-90E6-8A59FBD01F03}" dt="2025-07-07T09:30:28.905" v="1950" actId="20577"/>
          <ac:spMkLst>
            <pc:docMk/>
            <pc:sldMk cId="143017418" sldId="290"/>
            <ac:spMk id="3" creationId="{BA2F98F2-07B7-595B-2E8E-CC3488537DFF}"/>
          </ac:spMkLst>
        </pc:spChg>
        <pc:spChg chg="add mod">
          <ac:chgData name="Pham Nhat Anh 20214987" userId="a1179c0d-167f-453b-8129-1a18e0e28268" providerId="ADAL" clId="{911C09E9-DDD4-4DBB-90E6-8A59FBD01F03}" dt="2025-06-25T10:27:19.257" v="491" actId="20577"/>
          <ac:spMkLst>
            <pc:docMk/>
            <pc:sldMk cId="143017418" sldId="290"/>
            <ac:spMk id="11" creationId="{1491C7B2-1523-0469-1C37-8224A554ED96}"/>
          </ac:spMkLst>
        </pc:spChg>
        <pc:picChg chg="add mod">
          <ac:chgData name="Pham Nhat Anh 20214987" userId="a1179c0d-167f-453b-8129-1a18e0e28268" providerId="ADAL" clId="{911C09E9-DDD4-4DBB-90E6-8A59FBD01F03}" dt="2025-06-25T10:27:27.528" v="521" actId="1038"/>
          <ac:picMkLst>
            <pc:docMk/>
            <pc:sldMk cId="143017418" sldId="290"/>
            <ac:picMk id="7" creationId="{75200E55-01F8-4D5B-B45C-2BA748B51253}"/>
          </ac:picMkLst>
        </pc:picChg>
        <pc:picChg chg="add mod">
          <ac:chgData name="Pham Nhat Anh 20214987" userId="a1179c0d-167f-453b-8129-1a18e0e28268" providerId="ADAL" clId="{911C09E9-DDD4-4DBB-90E6-8A59FBD01F03}" dt="2025-06-25T10:27:28.590" v="524" actId="1038"/>
          <ac:picMkLst>
            <pc:docMk/>
            <pc:sldMk cId="143017418" sldId="290"/>
            <ac:picMk id="9" creationId="{8364D8AD-C280-7925-D690-3F0C02E0EEC5}"/>
          </ac:picMkLst>
        </pc:picChg>
      </pc:sldChg>
      <pc:sldChg chg="addSp delSp modSp add del mod setBg modClrScheme chgLayout">
        <pc:chgData name="Pham Nhat Anh 20214987" userId="a1179c0d-167f-453b-8129-1a18e0e28268" providerId="ADAL" clId="{911C09E9-DDD4-4DBB-90E6-8A59FBD01F03}" dt="2025-07-06T09:53:05.091" v="1688" actId="47"/>
        <pc:sldMkLst>
          <pc:docMk/>
          <pc:sldMk cId="1839139168" sldId="291"/>
        </pc:sldMkLst>
      </pc:sldChg>
      <pc:sldChg chg="addSp delSp modSp add mod">
        <pc:chgData name="Pham Nhat Anh 20214987" userId="a1179c0d-167f-453b-8129-1a18e0e28268" providerId="ADAL" clId="{911C09E9-DDD4-4DBB-90E6-8A59FBD01F03}" dt="2025-07-07T09:30:41.606" v="1955" actId="20577"/>
        <pc:sldMkLst>
          <pc:docMk/>
          <pc:sldMk cId="214364323" sldId="292"/>
        </pc:sldMkLst>
        <pc:spChg chg="mod">
          <ac:chgData name="Pham Nhat Anh 20214987" userId="a1179c0d-167f-453b-8129-1a18e0e28268" providerId="ADAL" clId="{911C09E9-DDD4-4DBB-90E6-8A59FBD01F03}" dt="2025-07-07T09:30:41.606" v="1955" actId="20577"/>
          <ac:spMkLst>
            <pc:docMk/>
            <pc:sldMk cId="214364323" sldId="292"/>
            <ac:spMk id="5" creationId="{EEB20754-B0BB-43A1-BE36-0A8011F168F7}"/>
          </ac:spMkLst>
        </pc:spChg>
        <pc:picChg chg="add mod">
          <ac:chgData name="Pham Nhat Anh 20214987" userId="a1179c0d-167f-453b-8129-1a18e0e28268" providerId="ADAL" clId="{911C09E9-DDD4-4DBB-90E6-8A59FBD01F03}" dt="2025-06-25T14:34:29.205" v="1278" actId="14100"/>
          <ac:picMkLst>
            <pc:docMk/>
            <pc:sldMk cId="214364323" sldId="292"/>
            <ac:picMk id="4" creationId="{E2C57DD5-1181-3EA7-70B4-FC9183EECE86}"/>
          </ac:picMkLst>
        </pc:picChg>
      </pc:sldChg>
      <pc:sldChg chg="addSp delSp modSp add mod">
        <pc:chgData name="Pham Nhat Anh 20214987" userId="a1179c0d-167f-453b-8129-1a18e0e28268" providerId="ADAL" clId="{911C09E9-DDD4-4DBB-90E6-8A59FBD01F03}" dt="2025-07-07T09:30:47.136" v="1959" actId="20577"/>
        <pc:sldMkLst>
          <pc:docMk/>
          <pc:sldMk cId="3259393803" sldId="293"/>
        </pc:sldMkLst>
        <pc:spChg chg="mod">
          <ac:chgData name="Pham Nhat Anh 20214987" userId="a1179c0d-167f-453b-8129-1a18e0e28268" providerId="ADAL" clId="{911C09E9-DDD4-4DBB-90E6-8A59FBD01F03}" dt="2025-06-25T14:37:10.063" v="1341" actId="20577"/>
          <ac:spMkLst>
            <pc:docMk/>
            <pc:sldMk cId="3259393803" sldId="293"/>
            <ac:spMk id="2" creationId="{8B65ABA9-3A9F-4099-8578-57D4D650E31B}"/>
          </ac:spMkLst>
        </pc:spChg>
        <pc:spChg chg="mod">
          <ac:chgData name="Pham Nhat Anh 20214987" userId="a1179c0d-167f-453b-8129-1a18e0e28268" providerId="ADAL" clId="{911C09E9-DDD4-4DBB-90E6-8A59FBD01F03}" dt="2025-07-07T09:30:47.136" v="1959" actId="20577"/>
          <ac:spMkLst>
            <pc:docMk/>
            <pc:sldMk cId="3259393803" sldId="293"/>
            <ac:spMk id="5" creationId="{315F46F8-51CB-40A0-ACF5-4FAB5890C76D}"/>
          </ac:spMkLst>
        </pc:spChg>
        <pc:picChg chg="add mod">
          <ac:chgData name="Pham Nhat Anh 20214987" userId="a1179c0d-167f-453b-8129-1a18e0e28268" providerId="ADAL" clId="{911C09E9-DDD4-4DBB-90E6-8A59FBD01F03}" dt="2025-06-25T14:36:49.352" v="1282" actId="1076"/>
          <ac:picMkLst>
            <pc:docMk/>
            <pc:sldMk cId="3259393803" sldId="293"/>
            <ac:picMk id="4" creationId="{54083815-D864-CD75-0A1A-BE5FD0C591CA}"/>
          </ac:picMkLst>
        </pc:picChg>
      </pc:sldChg>
      <pc:sldChg chg="delSp modSp add del mod modAnim">
        <pc:chgData name="Pham Nhat Anh 20214987" userId="a1179c0d-167f-453b-8129-1a18e0e28268" providerId="ADAL" clId="{911C09E9-DDD4-4DBB-90E6-8A59FBD01F03}" dt="2025-06-25T12:46:07.181" v="1210" actId="47"/>
        <pc:sldMkLst>
          <pc:docMk/>
          <pc:sldMk cId="599302287" sldId="294"/>
        </pc:sldMkLst>
      </pc:sldChg>
      <pc:sldChg chg="addSp delSp modSp add mod modAnim">
        <pc:chgData name="Pham Nhat Anh 20214987" userId="a1179c0d-167f-453b-8129-1a18e0e28268" providerId="ADAL" clId="{911C09E9-DDD4-4DBB-90E6-8A59FBD01F03}" dt="2025-07-07T09:31:31.694" v="1987" actId="20577"/>
        <pc:sldMkLst>
          <pc:docMk/>
          <pc:sldMk cId="2380779897" sldId="295"/>
        </pc:sldMkLst>
        <pc:spChg chg="mod">
          <ac:chgData name="Pham Nhat Anh 20214987" userId="a1179c0d-167f-453b-8129-1a18e0e28268" providerId="ADAL" clId="{911C09E9-DDD4-4DBB-90E6-8A59FBD01F03}" dt="2025-06-25T12:45:19.548" v="1199" actId="14100"/>
          <ac:spMkLst>
            <pc:docMk/>
            <pc:sldMk cId="2380779897" sldId="295"/>
            <ac:spMk id="3" creationId="{820AB277-C808-3990-C06C-6BBB26DF4929}"/>
          </ac:spMkLst>
        </pc:spChg>
        <pc:spChg chg="mod">
          <ac:chgData name="Pham Nhat Anh 20214987" userId="a1179c0d-167f-453b-8129-1a18e0e28268" providerId="ADAL" clId="{911C09E9-DDD4-4DBB-90E6-8A59FBD01F03}" dt="2025-07-07T09:31:31.694" v="1987" actId="20577"/>
          <ac:spMkLst>
            <pc:docMk/>
            <pc:sldMk cId="2380779897" sldId="295"/>
            <ac:spMk id="6" creationId="{2F36A619-ABE0-4BC0-7C17-0F7582FC3830}"/>
          </ac:spMkLst>
        </pc:spChg>
        <pc:spChg chg="mod">
          <ac:chgData name="Pham Nhat Anh 20214987" userId="a1179c0d-167f-453b-8129-1a18e0e28268" providerId="ADAL" clId="{911C09E9-DDD4-4DBB-90E6-8A59FBD01F03}" dt="2025-06-27T08:19:55.572" v="1485" actId="1037"/>
          <ac:spMkLst>
            <pc:docMk/>
            <pc:sldMk cId="2380779897" sldId="295"/>
            <ac:spMk id="7" creationId="{589B55E9-47B5-CAC4-86F9-0322B0580998}"/>
          </ac:spMkLst>
        </pc:spChg>
        <pc:spChg chg="add mod">
          <ac:chgData name="Pham Nhat Anh 20214987" userId="a1179c0d-167f-453b-8129-1a18e0e28268" providerId="ADAL" clId="{911C09E9-DDD4-4DBB-90E6-8A59FBD01F03}" dt="2025-06-27T08:19:09.690" v="1475" actId="1036"/>
          <ac:spMkLst>
            <pc:docMk/>
            <pc:sldMk cId="2380779897" sldId="295"/>
            <ac:spMk id="8" creationId="{3FF7749B-5ACF-4C95-2B79-43E6A4E9DADE}"/>
          </ac:spMkLst>
        </pc:spChg>
        <pc:spChg chg="mod">
          <ac:chgData name="Pham Nhat Anh 20214987" userId="a1179c0d-167f-453b-8129-1a18e0e28268" providerId="ADAL" clId="{911C09E9-DDD4-4DBB-90E6-8A59FBD01F03}" dt="2025-07-06T17:13:15.106" v="1922" actId="20577"/>
          <ac:spMkLst>
            <pc:docMk/>
            <pc:sldMk cId="2380779897" sldId="295"/>
            <ac:spMk id="11" creationId="{36E7A437-B992-45B6-CB3F-C18648E91608}"/>
          </ac:spMkLst>
        </pc:spChg>
        <pc:spChg chg="add mod">
          <ac:chgData name="Pham Nhat Anh 20214987" userId="a1179c0d-167f-453b-8129-1a18e0e28268" providerId="ADAL" clId="{911C09E9-DDD4-4DBB-90E6-8A59FBD01F03}" dt="2025-07-06T17:13:34.499" v="1944" actId="20577"/>
          <ac:spMkLst>
            <pc:docMk/>
            <pc:sldMk cId="2380779897" sldId="295"/>
            <ac:spMk id="14" creationId="{A6683619-2019-3BD6-E2E1-30A1AE8DD4AD}"/>
          </ac:spMkLst>
        </pc:spChg>
        <pc:picChg chg="add mod">
          <ac:chgData name="Pham Nhat Anh 20214987" userId="a1179c0d-167f-453b-8129-1a18e0e28268" providerId="ADAL" clId="{911C09E9-DDD4-4DBB-90E6-8A59FBD01F03}" dt="2025-06-25T12:45:12.451" v="1198" actId="1076"/>
          <ac:picMkLst>
            <pc:docMk/>
            <pc:sldMk cId="2380779897" sldId="295"/>
            <ac:picMk id="13" creationId="{048639D0-F3A8-C0D9-B66C-D25612627A38}"/>
          </ac:picMkLst>
        </pc:picChg>
      </pc:sldChg>
      <pc:sldChg chg="addSp delSp modSp add mod delAnim modAnim">
        <pc:chgData name="Pham Nhat Anh 20214987" userId="a1179c0d-167f-453b-8129-1a18e0e28268" providerId="ADAL" clId="{911C09E9-DDD4-4DBB-90E6-8A59FBD01F03}" dt="2025-07-07T09:31:17.922" v="1971" actId="20577"/>
        <pc:sldMkLst>
          <pc:docMk/>
          <pc:sldMk cId="742966323" sldId="296"/>
        </pc:sldMkLst>
        <pc:spChg chg="mod">
          <ac:chgData name="Pham Nhat Anh 20214987" userId="a1179c0d-167f-453b-8129-1a18e0e28268" providerId="ADAL" clId="{911C09E9-DDD4-4DBB-90E6-8A59FBD01F03}" dt="2025-07-07T09:31:17.922" v="1971" actId="20577"/>
          <ac:spMkLst>
            <pc:docMk/>
            <pc:sldMk cId="742966323" sldId="296"/>
            <ac:spMk id="6" creationId="{4115852C-0359-EEC3-84DA-EF07B375828C}"/>
          </ac:spMkLst>
        </pc:spChg>
        <pc:spChg chg="mod">
          <ac:chgData name="Pham Nhat Anh 20214987" userId="a1179c0d-167f-453b-8129-1a18e0e28268" providerId="ADAL" clId="{911C09E9-DDD4-4DBB-90E6-8A59FBD01F03}" dt="2025-07-06T17:13:02.284" v="1902" actId="20577"/>
          <ac:spMkLst>
            <pc:docMk/>
            <pc:sldMk cId="742966323" sldId="296"/>
            <ac:spMk id="11" creationId="{AC467E72-85B1-0D4E-9580-0FB9174AB7F6}"/>
          </ac:spMkLst>
        </pc:spChg>
        <pc:picChg chg="add mod">
          <ac:chgData name="Pham Nhat Anh 20214987" userId="a1179c0d-167f-453b-8129-1a18e0e28268" providerId="ADAL" clId="{911C09E9-DDD4-4DBB-90E6-8A59FBD01F03}" dt="2025-06-25T14:43:50.359" v="1393" actId="1076"/>
          <ac:picMkLst>
            <pc:docMk/>
            <pc:sldMk cId="742966323" sldId="296"/>
            <ac:picMk id="4" creationId="{7F8CADA2-7189-FA38-35AB-C97C750B01F7}"/>
          </ac:picMkLst>
        </pc:picChg>
        <pc:picChg chg="add mod">
          <ac:chgData name="Pham Nhat Anh 20214987" userId="a1179c0d-167f-453b-8129-1a18e0e28268" providerId="ADAL" clId="{911C09E9-DDD4-4DBB-90E6-8A59FBD01F03}" dt="2025-06-25T14:44:45.274" v="1404" actId="14100"/>
          <ac:picMkLst>
            <pc:docMk/>
            <pc:sldMk cId="742966323" sldId="296"/>
            <ac:picMk id="12" creationId="{0B8413B7-9EC7-F4EB-53EA-1ADD3A6B5237}"/>
          </ac:picMkLst>
        </pc:picChg>
      </pc:sldChg>
      <pc:sldChg chg="addSp delSp modSp add mod">
        <pc:chgData name="Pham Nhat Anh 20214987" userId="a1179c0d-167f-453b-8129-1a18e0e28268" providerId="ADAL" clId="{911C09E9-DDD4-4DBB-90E6-8A59FBD01F03}" dt="2025-07-07T09:30:35.710" v="1953" actId="20577"/>
        <pc:sldMkLst>
          <pc:docMk/>
          <pc:sldMk cId="649716684" sldId="297"/>
        </pc:sldMkLst>
        <pc:spChg chg="mod">
          <ac:chgData name="Pham Nhat Anh 20214987" userId="a1179c0d-167f-453b-8129-1a18e0e28268" providerId="ADAL" clId="{911C09E9-DDD4-4DBB-90E6-8A59FBD01F03}" dt="2025-07-06T09:53:13.079" v="1713" actId="20577"/>
          <ac:spMkLst>
            <pc:docMk/>
            <pc:sldMk cId="649716684" sldId="297"/>
            <ac:spMk id="2" creationId="{3A796058-FF15-C1DE-2BFD-7F3BE9827046}"/>
          </ac:spMkLst>
        </pc:spChg>
        <pc:spChg chg="add mod">
          <ac:chgData name="Pham Nhat Anh 20214987" userId="a1179c0d-167f-453b-8129-1a18e0e28268" providerId="ADAL" clId="{911C09E9-DDD4-4DBB-90E6-8A59FBD01F03}" dt="2025-07-07T09:30:35.710" v="1953" actId="20577"/>
          <ac:spMkLst>
            <pc:docMk/>
            <pc:sldMk cId="649716684" sldId="297"/>
            <ac:spMk id="4" creationId="{DB332972-802F-6D8C-F8D6-6A4B34A9D988}"/>
          </ac:spMkLst>
        </pc:spChg>
        <pc:spChg chg="mod">
          <ac:chgData name="Pham Nhat Anh 20214987" userId="a1179c0d-167f-453b-8129-1a18e0e28268" providerId="ADAL" clId="{911C09E9-DDD4-4DBB-90E6-8A59FBD01F03}" dt="2025-07-06T09:52:27.502" v="1685" actId="5793"/>
          <ac:spMkLst>
            <pc:docMk/>
            <pc:sldMk cId="649716684" sldId="297"/>
            <ac:spMk id="11" creationId="{0BA565CD-2FA4-7C0E-082F-C26BFB3AD853}"/>
          </ac:spMkLst>
        </pc:spChg>
        <pc:picChg chg="add mod">
          <ac:chgData name="Pham Nhat Anh 20214987" userId="a1179c0d-167f-453b-8129-1a18e0e28268" providerId="ADAL" clId="{911C09E9-DDD4-4DBB-90E6-8A59FBD01F03}" dt="2025-07-06T09:52:43.483" v="1687" actId="14100"/>
          <ac:picMkLst>
            <pc:docMk/>
            <pc:sldMk cId="649716684" sldId="297"/>
            <ac:picMk id="3" creationId="{C6C68EE6-DED5-0EF5-4206-53860AC63D5D}"/>
          </ac:picMkLst>
        </pc:picChg>
        <pc:picChg chg="del">
          <ac:chgData name="Pham Nhat Anh 20214987" userId="a1179c0d-167f-453b-8129-1a18e0e28268" providerId="ADAL" clId="{911C09E9-DDD4-4DBB-90E6-8A59FBD01F03}" dt="2025-07-06T09:52:24.084" v="1683" actId="478"/>
          <ac:picMkLst>
            <pc:docMk/>
            <pc:sldMk cId="649716684" sldId="297"/>
            <ac:picMk id="7" creationId="{2F99456D-94A4-ADF6-A1B5-F3C72715FFD7}"/>
          </ac:picMkLst>
        </pc:picChg>
        <pc:picChg chg="del">
          <ac:chgData name="Pham Nhat Anh 20214987" userId="a1179c0d-167f-453b-8129-1a18e0e28268" providerId="ADAL" clId="{911C09E9-DDD4-4DBB-90E6-8A59FBD01F03}" dt="2025-07-06T09:52:25.359" v="1684" actId="478"/>
          <ac:picMkLst>
            <pc:docMk/>
            <pc:sldMk cId="649716684" sldId="297"/>
            <ac:picMk id="9" creationId="{942A2944-AD85-385C-B62D-6DB2446295F0}"/>
          </ac:picMkLst>
        </pc:picChg>
      </pc:sldChg>
      <pc:sldChg chg="add del">
        <pc:chgData name="Pham Nhat Anh 20214987" userId="a1179c0d-167f-453b-8129-1a18e0e28268" providerId="ADAL" clId="{911C09E9-DDD4-4DBB-90E6-8A59FBD01F03}" dt="2025-07-06T09:52:19.079" v="1682" actId="47"/>
        <pc:sldMkLst>
          <pc:docMk/>
          <pc:sldMk cId="2685865533" sldId="298"/>
        </pc:sldMkLst>
      </pc:sldChg>
      <pc:sldMasterChg chg="delSldLayout">
        <pc:chgData name="Pham Nhat Anh 20214987" userId="a1179c0d-167f-453b-8129-1a18e0e28268" providerId="ADAL" clId="{911C09E9-DDD4-4DBB-90E6-8A59FBD01F03}" dt="2025-07-04T04:44:06.893" v="1627" actId="47"/>
        <pc:sldMasterMkLst>
          <pc:docMk/>
          <pc:sldMasterMk cId="2409543385" sldId="2147483648"/>
        </pc:sldMasterMkLst>
        <pc:sldLayoutChg chg="del">
          <pc:chgData name="Pham Nhat Anh 20214987" userId="a1179c0d-167f-453b-8129-1a18e0e28268" providerId="ADAL" clId="{911C09E9-DDD4-4DBB-90E6-8A59FBD01F03}" dt="2025-07-04T04:44:06.893" v="1627" actId="47"/>
          <pc:sldLayoutMkLst>
            <pc:docMk/>
            <pc:sldMasterMk cId="2409543385" sldId="2147483648"/>
            <pc:sldLayoutMk cId="3601479216" sldId="2147483666"/>
          </pc:sldLayoutMkLst>
        </pc:sldLayoutChg>
      </pc:sldMasterChg>
    </pc:docChg>
  </pc:docChgLst>
  <pc:docChgLst>
    <pc:chgData name="Pham Nhat Anh 20214987" userId="S::anh.pn214987@sis.hust.edu.vn::a1179c0d-167f-453b-8129-1a18e0e28268" providerId="AD" clId="Web-{A1728C26-6C9D-62EE-CE0A-44DFE1AEB483}"/>
    <pc:docChg chg="modSld">
      <pc:chgData name="Pham Nhat Anh 20214987" userId="S::anh.pn214987@sis.hust.edu.vn::a1179c0d-167f-453b-8129-1a18e0e28268" providerId="AD" clId="Web-{A1728C26-6C9D-62EE-CE0A-44DFE1AEB483}" dt="2025-06-27T16:17:35.102" v="11" actId="1076"/>
      <pc:docMkLst>
        <pc:docMk/>
      </pc:docMkLst>
      <pc:sldChg chg="modSp">
        <pc:chgData name="Pham Nhat Anh 20214987" userId="S::anh.pn214987@sis.hust.edu.vn::a1179c0d-167f-453b-8129-1a18e0e28268" providerId="AD" clId="Web-{A1728C26-6C9D-62EE-CE0A-44DFE1AEB483}" dt="2025-06-27T16:17:35.102" v="11" actId="1076"/>
        <pc:sldMkLst>
          <pc:docMk/>
          <pc:sldMk cId="1839139168" sldId="2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56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Trong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đại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công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nghệ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số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triển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mạnh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mẽ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đặc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sau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đại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COVID-19,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vi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dân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đã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thay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rệt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. Người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tiêu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ngày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nay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xu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hướng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mua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sắm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sang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mua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sắm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online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sự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tiện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lợi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nhanh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chóng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 an </a:t>
            </a:r>
            <a:r>
              <a:rPr lang="en-US" sz="1200" kern="1200" dirty="0" err="1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161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Một trong những điểm nhấn </a:t>
            </a:r>
            <a:r>
              <a:rPr lang="vi-VN" b="1" dirty="0"/>
              <a:t>quan trọng nhất</a:t>
            </a:r>
            <a:r>
              <a:rPr lang="vi-VN" dirty="0"/>
              <a:t> của hệ thống </a:t>
            </a:r>
            <a:r>
              <a:rPr lang="vi-VN" dirty="0" err="1"/>
              <a:t>HL-Mart</a:t>
            </a:r>
            <a:r>
              <a:rPr lang="vi-VN" dirty="0"/>
              <a:t> chính là việc kết hợp giữa </a:t>
            </a:r>
            <a:r>
              <a:rPr lang="vi-VN" b="1" dirty="0"/>
              <a:t>kiến trúc hiện đại</a:t>
            </a:r>
            <a:r>
              <a:rPr lang="vi-VN" dirty="0"/>
              <a:t> và </a:t>
            </a:r>
            <a:r>
              <a:rPr lang="vi-VN" b="1" dirty="0"/>
              <a:t>ứng dụng trí tuệ nhân tạo (AI)</a:t>
            </a:r>
            <a:r>
              <a:rPr lang="vi-VN" dirty="0"/>
              <a:t> nhằm </a:t>
            </a:r>
            <a:r>
              <a:rPr lang="vi-VN" b="1" dirty="0"/>
              <a:t>nâng cao hiệu quả kinh doanh cho các hộ gia đình</a:t>
            </a:r>
            <a:r>
              <a:rPr lang="vi-VN" dirty="0"/>
              <a:t>.</a:t>
            </a:r>
          </a:p>
          <a:p>
            <a:r>
              <a:rPr lang="vi-VN" b="1" dirty="0"/>
              <a:t>Về kiến trúc</a:t>
            </a:r>
            <a:r>
              <a:rPr lang="vi-VN" dirty="0"/>
              <a:t>, </a:t>
            </a:r>
            <a:r>
              <a:rPr lang="vi-VN" dirty="0" err="1"/>
              <a:t>HL-Mart</a:t>
            </a:r>
            <a:r>
              <a:rPr lang="vi-VN" dirty="0"/>
              <a:t> ứng dụng mô hình </a:t>
            </a:r>
            <a:r>
              <a:rPr lang="vi-VN" b="1" dirty="0" err="1"/>
              <a:t>ReactJS</a:t>
            </a:r>
            <a:r>
              <a:rPr lang="vi-VN" b="1" dirty="0"/>
              <a:t> </a:t>
            </a:r>
            <a:r>
              <a:rPr lang="vi-VN" b="1" dirty="0" err="1"/>
              <a:t>SPA</a:t>
            </a:r>
            <a:r>
              <a:rPr lang="vi-VN" b="1" dirty="0"/>
              <a:t> kết hợp </a:t>
            </a:r>
            <a:r>
              <a:rPr lang="vi-VN" b="1" dirty="0" err="1"/>
              <a:t>Laravel</a:t>
            </a:r>
            <a:r>
              <a:rPr lang="vi-VN" b="1" dirty="0"/>
              <a:t> theo hướng 3 lớp (</a:t>
            </a:r>
            <a:r>
              <a:rPr lang="vi-VN" b="1" dirty="0" err="1"/>
              <a:t>Controller</a:t>
            </a:r>
            <a:r>
              <a:rPr lang="vi-VN" b="1" dirty="0"/>
              <a:t> – </a:t>
            </a:r>
            <a:r>
              <a:rPr lang="vi-VN" b="1" dirty="0" err="1"/>
              <a:t>Service</a:t>
            </a:r>
            <a:r>
              <a:rPr lang="vi-VN" b="1" dirty="0"/>
              <a:t> – </a:t>
            </a:r>
            <a:r>
              <a:rPr lang="vi-VN" b="1" dirty="0" err="1"/>
              <a:t>Repository</a:t>
            </a:r>
            <a:r>
              <a:rPr lang="vi-VN" b="1" dirty="0"/>
              <a:t>)</a:t>
            </a:r>
            <a:r>
              <a:rPr lang="vi-VN" dirty="0"/>
              <a:t>. Giải pháp này giúp:</a:t>
            </a:r>
          </a:p>
          <a:p>
            <a:pPr lvl="1"/>
            <a:r>
              <a:rPr lang="vi-VN" b="1" dirty="0"/>
              <a:t>Tối ưu tốc độ xử lý và trải nghiệm người dùng</a:t>
            </a:r>
            <a:r>
              <a:rPr lang="vi-VN" dirty="0"/>
              <a:t> nhờ giao diện mượt mà, phản hồi nhanh.</a:t>
            </a:r>
          </a:p>
          <a:p>
            <a:pPr lvl="1"/>
            <a:r>
              <a:rPr lang="vi-VN" b="1" dirty="0"/>
              <a:t>Giảm tải cho </a:t>
            </a:r>
            <a:r>
              <a:rPr lang="vi-VN" b="1" dirty="0" err="1"/>
              <a:t>server</a:t>
            </a:r>
            <a:r>
              <a:rPr lang="vi-VN" dirty="0"/>
              <a:t>, dễ bảo trì và mở rộng trong tương lai.</a:t>
            </a:r>
          </a:p>
          <a:p>
            <a:pPr lvl="1"/>
            <a:r>
              <a:rPr lang="vi-VN" b="1" dirty="0"/>
              <a:t>Tách biệt </a:t>
            </a:r>
            <a:r>
              <a:rPr lang="vi-VN" b="1" dirty="0" err="1"/>
              <a:t>frontend</a:t>
            </a:r>
            <a:r>
              <a:rPr lang="vi-VN" b="1" dirty="0"/>
              <a:t> và </a:t>
            </a:r>
            <a:r>
              <a:rPr lang="vi-VN" b="1" dirty="0" err="1"/>
              <a:t>backend</a:t>
            </a:r>
            <a:r>
              <a:rPr lang="vi-VN" b="1" dirty="0"/>
              <a:t> rõ ràng</a:t>
            </a:r>
            <a:r>
              <a:rPr lang="vi-VN" dirty="0"/>
              <a:t>, tạo tiền đề tích hợp ứng dụng di động hoặc các dịch vụ khác.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85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Về AI và dự báo bán hàng</a:t>
            </a:r>
            <a:r>
              <a:rPr lang="vi-VN" dirty="0"/>
              <a:t> – đây là một </a:t>
            </a:r>
            <a:r>
              <a:rPr lang="vi-VN" b="1" dirty="0"/>
              <a:t>đóng góp nổi bật, mới mẻ và có tính ứng dụng thực tiễn cao</a:t>
            </a:r>
            <a:r>
              <a:rPr lang="vi-VN" dirty="0"/>
              <a:t>, đặc biệt phù hợp với nhu cầu của các hộ kinh doanh nhỏ trong việc quản lý tồn kho và lên kế hoạch bán hàng.</a:t>
            </a:r>
          </a:p>
          <a:p>
            <a:r>
              <a:rPr lang="vi-VN" dirty="0"/>
              <a:t>Hệ thống sử dụng các mô hình phân tích dữ liệu như:</a:t>
            </a:r>
          </a:p>
          <a:p>
            <a:r>
              <a:rPr lang="vi-VN" b="1" dirty="0" err="1"/>
              <a:t>SMA</a:t>
            </a:r>
            <a:r>
              <a:rPr lang="vi-VN" b="1" dirty="0"/>
              <a:t> (</a:t>
            </a:r>
            <a:r>
              <a:rPr lang="vi-VN" b="1" dirty="0" err="1"/>
              <a:t>Simple</a:t>
            </a:r>
            <a:r>
              <a:rPr lang="vi-VN" b="1" dirty="0"/>
              <a:t> </a:t>
            </a:r>
            <a:r>
              <a:rPr lang="vi-VN" b="1" dirty="0" err="1"/>
              <a:t>Moving</a:t>
            </a:r>
            <a:r>
              <a:rPr lang="vi-VN" b="1" dirty="0"/>
              <a:t> </a:t>
            </a:r>
            <a:r>
              <a:rPr lang="vi-VN" b="1" dirty="0" err="1"/>
              <a:t>Average</a:t>
            </a:r>
            <a:r>
              <a:rPr lang="vi-VN" b="1" dirty="0"/>
              <a:t>):</a:t>
            </a:r>
            <a:r>
              <a:rPr lang="vi-VN" dirty="0"/>
              <a:t> Dự báo ngắn hạn bằng cách tính trung bình trượt số lượng bán.</a:t>
            </a:r>
          </a:p>
          <a:p>
            <a:r>
              <a:rPr lang="vi-VN" b="1" dirty="0" err="1"/>
              <a:t>Random</a:t>
            </a:r>
            <a:r>
              <a:rPr lang="vi-VN" b="1" dirty="0"/>
              <a:t> </a:t>
            </a:r>
            <a:r>
              <a:rPr lang="vi-VN" b="1" dirty="0" err="1"/>
              <a:t>Forest</a:t>
            </a:r>
            <a:r>
              <a:rPr lang="vi-VN" b="1" dirty="0"/>
              <a:t> &amp; </a:t>
            </a:r>
            <a:r>
              <a:rPr lang="vi-VN" b="1" dirty="0" err="1"/>
              <a:t>XGBoost</a:t>
            </a:r>
            <a:r>
              <a:rPr lang="vi-VN" b="1" dirty="0"/>
              <a:t>:</a:t>
            </a:r>
            <a:r>
              <a:rPr lang="vi-VN" dirty="0"/>
              <a:t> Hai mô hình học máy mạnh mẽ giúp dự đoán chính xác hơn dựa trên nhiều yếu tố như:</a:t>
            </a:r>
          </a:p>
          <a:p>
            <a:pPr lvl="1"/>
            <a:r>
              <a:rPr lang="vi-VN" dirty="0"/>
              <a:t>Lịch sử bán hàng</a:t>
            </a:r>
          </a:p>
          <a:p>
            <a:pPr lvl="1"/>
            <a:r>
              <a:rPr lang="vi-VN" dirty="0"/>
              <a:t>Thời điểm khuyến mãi</a:t>
            </a:r>
          </a:p>
          <a:p>
            <a:pPr lvl="1"/>
            <a:r>
              <a:rPr lang="vi-VN" dirty="0"/>
              <a:t>Ngày lễ, mùa vụ</a:t>
            </a:r>
          </a:p>
          <a:p>
            <a:pPr lvl="1"/>
            <a:r>
              <a:rPr lang="vi-VN" dirty="0"/>
              <a:t>Số lượng tồn kho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59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Tính năng dự báo được xem là </a:t>
            </a:r>
            <a:r>
              <a:rPr lang="vi-VN" b="1" dirty="0"/>
              <a:t>giải pháp đột phá</a:t>
            </a:r>
            <a:r>
              <a:rPr lang="vi-VN" dirty="0"/>
              <a:t>, mang đến </a:t>
            </a:r>
            <a:r>
              <a:rPr lang="vi-VN" b="1" dirty="0"/>
              <a:t>giá trị thực tế</a:t>
            </a:r>
            <a:r>
              <a:rPr lang="vi-VN" dirty="0"/>
              <a:t> cho người bán:</a:t>
            </a:r>
          </a:p>
          <a:p>
            <a:r>
              <a:rPr lang="vi-VN" b="1" dirty="0"/>
              <a:t>Dữ liệu đầu vào</a:t>
            </a:r>
            <a:r>
              <a:rPr lang="vi-VN" dirty="0"/>
              <a:t> được lấy trực tiếp từ quá trình hoạt động bán hàng thực tế.</a:t>
            </a:r>
          </a:p>
          <a:p>
            <a:r>
              <a:rPr lang="vi-VN" b="1" dirty="0"/>
              <a:t>Xử lý và huấn luyện</a:t>
            </a:r>
            <a:r>
              <a:rPr lang="vi-VN" dirty="0"/>
              <a:t> tại </a:t>
            </a:r>
            <a:r>
              <a:rPr lang="vi-VN" dirty="0" err="1"/>
              <a:t>backend</a:t>
            </a:r>
            <a:r>
              <a:rPr lang="vi-VN" dirty="0"/>
              <a:t> </a:t>
            </a:r>
            <a:r>
              <a:rPr lang="vi-VN" dirty="0" err="1"/>
              <a:t>Laravel</a:t>
            </a:r>
            <a:r>
              <a:rPr lang="vi-VN" dirty="0"/>
              <a:t> bằng các mô hình học máy.</a:t>
            </a:r>
          </a:p>
          <a:p>
            <a:r>
              <a:rPr lang="vi-VN" b="1" dirty="0"/>
              <a:t>Kết quả dự báo</a:t>
            </a:r>
            <a:r>
              <a:rPr lang="vi-VN" dirty="0"/>
              <a:t> được trả về qua </a:t>
            </a:r>
            <a:r>
              <a:rPr lang="vi-VN" dirty="0" err="1"/>
              <a:t>API</a:t>
            </a:r>
            <a:r>
              <a:rPr lang="vi-VN" dirty="0"/>
              <a:t> và trực quan hóa dưới dạng </a:t>
            </a:r>
            <a:r>
              <a:rPr lang="vi-VN" b="1" dirty="0"/>
              <a:t>biểu đồ dễ hiểu</a:t>
            </a:r>
            <a:r>
              <a:rPr lang="vi-VN" dirty="0"/>
              <a:t> trên giao diện </a:t>
            </a:r>
            <a:r>
              <a:rPr lang="vi-VN" dirty="0" err="1"/>
              <a:t>React</a:t>
            </a:r>
            <a:r>
              <a:rPr lang="vi-VN" dirty="0"/>
              <a:t>.</a:t>
            </a:r>
          </a:p>
          <a:p>
            <a:r>
              <a:rPr lang="vi-VN" dirty="0"/>
              <a:t>Thông qua đó, người bán có thể:</a:t>
            </a:r>
          </a:p>
          <a:p>
            <a:r>
              <a:rPr lang="vi-VN" b="1" dirty="0"/>
              <a:t>Nắm bắt xu hướng tiêu thụ theo thời gian</a:t>
            </a:r>
            <a:r>
              <a:rPr lang="vi-VN" dirty="0"/>
              <a:t> (ngày, tuần, tháng).</a:t>
            </a:r>
          </a:p>
          <a:p>
            <a:r>
              <a:rPr lang="vi-VN" b="1" dirty="0"/>
              <a:t>Chủ động nhập hàng, tránh tình trạng hết hàng hoặc tồn kho dư thừa.</a:t>
            </a:r>
            <a:endParaRPr lang="vi-VN" dirty="0"/>
          </a:p>
          <a:p>
            <a:r>
              <a:rPr lang="vi-VN" b="1" dirty="0"/>
              <a:t>Lên kế hoạch khuyến mãi hoặc quảng bá đúng thời điểm, đúng sản phẩm.</a:t>
            </a:r>
            <a:endParaRPr lang="vi-VN" dirty="0"/>
          </a:p>
          <a:p>
            <a:r>
              <a:rPr lang="vi-VN" dirty="0"/>
              <a:t>Đây là tính năng </a:t>
            </a:r>
            <a:r>
              <a:rPr lang="vi-VN" b="1" dirty="0"/>
              <a:t>mang tính hỗ trợ ra quyết định</a:t>
            </a:r>
            <a:r>
              <a:rPr lang="vi-VN" dirty="0"/>
              <a:t>, góp phần nâng cao hiệu quả kinh doanh mà rất ít hệ thống bán hàng </a:t>
            </a:r>
            <a:r>
              <a:rPr lang="vi-VN" dirty="0" err="1"/>
              <a:t>mini</a:t>
            </a:r>
            <a:r>
              <a:rPr lang="vi-VN" dirty="0"/>
              <a:t> hiện nay có được.</a:t>
            </a:r>
          </a:p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22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7/7/2025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7/7/2025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7/7/2025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7/7/2025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7/7/2025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DA24B4A-7173-B271-BB30-90BF3DC3745B}"/>
              </a:ext>
            </a:extLst>
          </p:cNvPr>
          <p:cNvCxnSpPr>
            <a:cxnSpLocks/>
          </p:cNvCxnSpPr>
          <p:nvPr userDrawn="1"/>
        </p:nvCxnSpPr>
        <p:spPr>
          <a:xfrm>
            <a:off x="0" y="330408"/>
            <a:ext cx="12192000" cy="0"/>
          </a:xfrm>
          <a:prstGeom prst="line">
            <a:avLst/>
          </a:prstGeom>
          <a:ln w="673100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E8CDB4-EE46-494A-926E-C33D27F26FD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65766C2-FC6B-401B-935E-0F6EEEEA0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5F0EFC-0835-2D0D-B68C-4894B6D4F4FC}"/>
              </a:ext>
            </a:extLst>
          </p:cNvPr>
          <p:cNvCxnSpPr>
            <a:cxnSpLocks/>
          </p:cNvCxnSpPr>
          <p:nvPr userDrawn="1"/>
        </p:nvCxnSpPr>
        <p:spPr>
          <a:xfrm>
            <a:off x="-4759" y="791241"/>
            <a:ext cx="12196759" cy="0"/>
          </a:xfrm>
          <a:prstGeom prst="line">
            <a:avLst/>
          </a:prstGeom>
          <a:ln w="44450">
            <a:solidFill>
              <a:srgbClr val="E79E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F42C633-6D4C-2DE7-7009-575C90CE39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2703" r="1"/>
          <a:stretch/>
        </p:blipFill>
        <p:spPr>
          <a:xfrm>
            <a:off x="129363" y="6251550"/>
            <a:ext cx="1169954" cy="4212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3AF3E7B-883F-F51A-CCD1-BEB3422FB6D2}"/>
              </a:ext>
            </a:extLst>
          </p:cNvPr>
          <p:cNvSpPr txBox="1"/>
          <p:nvPr userDrawn="1"/>
        </p:nvSpPr>
        <p:spPr>
          <a:xfrm>
            <a:off x="1250879" y="6330006"/>
            <a:ext cx="2638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TRƯỜNG CÔNG NGHỆ THÔNG TIN VÀ TRUYỀN THÔNG</a:t>
            </a:r>
            <a:br>
              <a:rPr lang="en-US" sz="600" b="1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sz="600" b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School of Information and Communication Technology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DB7F6C-7000-0F44-ED75-91DFA88A3EA1}"/>
              </a:ext>
            </a:extLst>
          </p:cNvPr>
          <p:cNvCxnSpPr>
            <a:cxnSpLocks/>
          </p:cNvCxnSpPr>
          <p:nvPr userDrawn="1"/>
        </p:nvCxnSpPr>
        <p:spPr>
          <a:xfrm>
            <a:off x="3429000" y="6461128"/>
            <a:ext cx="8424264" cy="0"/>
          </a:xfrm>
          <a:prstGeom prst="line">
            <a:avLst/>
          </a:prstGeom>
          <a:ln w="28575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637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BFD5CF-7452-253D-0852-3553579B8ED0}"/>
              </a:ext>
            </a:extLst>
          </p:cNvPr>
          <p:cNvCxnSpPr>
            <a:cxnSpLocks/>
          </p:cNvCxnSpPr>
          <p:nvPr userDrawn="1"/>
        </p:nvCxnSpPr>
        <p:spPr>
          <a:xfrm>
            <a:off x="0" y="330408"/>
            <a:ext cx="12192000" cy="0"/>
          </a:xfrm>
          <a:prstGeom prst="line">
            <a:avLst/>
          </a:prstGeom>
          <a:ln w="673100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37D67C3F-3B45-423B-AE56-981FAE24357E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C2541F3-C701-41AD-ABF1-3F6709F6B07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2A97BE88-C056-4EAA-B602-A66B6354F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BFEA90-812F-9466-D3EB-BAF4AF166B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2703" r="1"/>
          <a:stretch/>
        </p:blipFill>
        <p:spPr>
          <a:xfrm>
            <a:off x="129363" y="6251550"/>
            <a:ext cx="1169954" cy="421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333AF8-0984-4039-0E21-CB739936CB8B}"/>
              </a:ext>
            </a:extLst>
          </p:cNvPr>
          <p:cNvSpPr txBox="1"/>
          <p:nvPr userDrawn="1"/>
        </p:nvSpPr>
        <p:spPr>
          <a:xfrm>
            <a:off x="1250879" y="6330006"/>
            <a:ext cx="2638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TRƯỜNG CÔNG NGHỆ THÔNG TIN VÀ TRUYỀN THÔNG</a:t>
            </a:r>
            <a:br>
              <a:rPr lang="en-US" sz="600" b="1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sz="600" b="0">
                <a:solidFill>
                  <a:schemeClr val="tx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School of Information and Communication Technology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61A9D1-20C3-0361-3541-A4CE5DECEB06}"/>
              </a:ext>
            </a:extLst>
          </p:cNvPr>
          <p:cNvCxnSpPr>
            <a:cxnSpLocks/>
          </p:cNvCxnSpPr>
          <p:nvPr userDrawn="1"/>
        </p:nvCxnSpPr>
        <p:spPr>
          <a:xfrm>
            <a:off x="3429000" y="6461128"/>
            <a:ext cx="8424264" cy="0"/>
          </a:xfrm>
          <a:prstGeom prst="line">
            <a:avLst/>
          </a:prstGeom>
          <a:ln w="28575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2D8F96-B7A4-18A6-3020-84A41C770EDD}"/>
              </a:ext>
            </a:extLst>
          </p:cNvPr>
          <p:cNvCxnSpPr>
            <a:cxnSpLocks/>
          </p:cNvCxnSpPr>
          <p:nvPr userDrawn="1"/>
        </p:nvCxnSpPr>
        <p:spPr>
          <a:xfrm>
            <a:off x="-14990" y="957064"/>
            <a:ext cx="12196759" cy="0"/>
          </a:xfrm>
          <a:prstGeom prst="line">
            <a:avLst/>
          </a:prstGeom>
          <a:ln w="381000">
            <a:solidFill>
              <a:srgbClr val="E79E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4183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53FC5A-7A94-2B14-2E80-6E177AC2EAA0}"/>
              </a:ext>
            </a:extLst>
          </p:cNvPr>
          <p:cNvCxnSpPr>
            <a:cxnSpLocks/>
          </p:cNvCxnSpPr>
          <p:nvPr userDrawn="1"/>
        </p:nvCxnSpPr>
        <p:spPr>
          <a:xfrm>
            <a:off x="0" y="330408"/>
            <a:ext cx="12192000" cy="0"/>
          </a:xfrm>
          <a:prstGeom prst="line">
            <a:avLst/>
          </a:prstGeom>
          <a:ln w="673100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8">
            <a:extLst>
              <a:ext uri="{FF2B5EF4-FFF2-40B4-BE49-F238E27FC236}">
                <a16:creationId xmlns:a16="http://schemas.microsoft.com/office/drawing/2014/main" id="{6F082B94-69A7-41D2-B6CE-90830F6494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C677E-AFC2-4C2B-98DA-7207408A48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2FD227-9712-583E-0BD2-1360560737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2703" r="1"/>
          <a:stretch/>
        </p:blipFill>
        <p:spPr>
          <a:xfrm>
            <a:off x="129363" y="6251550"/>
            <a:ext cx="1169954" cy="4212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8CB0FC-F25A-D941-CC10-EB6B647BDE12}"/>
              </a:ext>
            </a:extLst>
          </p:cNvPr>
          <p:cNvCxnSpPr>
            <a:cxnSpLocks/>
          </p:cNvCxnSpPr>
          <p:nvPr userDrawn="1"/>
        </p:nvCxnSpPr>
        <p:spPr>
          <a:xfrm>
            <a:off x="1400537" y="6461128"/>
            <a:ext cx="10452727" cy="0"/>
          </a:xfrm>
          <a:prstGeom prst="line">
            <a:avLst/>
          </a:prstGeom>
          <a:ln w="28575">
            <a:solidFill>
              <a:srgbClr val="C020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471A7B-EA49-AD17-55AE-861C54933B28}"/>
              </a:ext>
            </a:extLst>
          </p:cNvPr>
          <p:cNvCxnSpPr>
            <a:cxnSpLocks/>
          </p:cNvCxnSpPr>
          <p:nvPr userDrawn="1"/>
        </p:nvCxnSpPr>
        <p:spPr>
          <a:xfrm>
            <a:off x="-4759" y="791241"/>
            <a:ext cx="12196759" cy="0"/>
          </a:xfrm>
          <a:prstGeom prst="line">
            <a:avLst/>
          </a:prstGeom>
          <a:ln w="44450">
            <a:solidFill>
              <a:srgbClr val="E79E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675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08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Text&#10;&#10;Description automatically generated">
            <a:extLst>
              <a:ext uri="{FF2B5EF4-FFF2-40B4-BE49-F238E27FC236}">
                <a16:creationId xmlns:a16="http://schemas.microsoft.com/office/drawing/2014/main" id="{3AF355F9-E07F-4ABA-9F9D-3C164729E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34" y="284376"/>
            <a:ext cx="3174367" cy="1153516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33CA8943-EB58-47D2-910B-DD2491D1BCF8}"/>
              </a:ext>
            </a:extLst>
          </p:cNvPr>
          <p:cNvSpPr txBox="1">
            <a:spLocks/>
          </p:cNvSpPr>
          <p:nvPr/>
        </p:nvSpPr>
        <p:spPr>
          <a:xfrm>
            <a:off x="386634" y="193169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dirty="0"/>
              <a:t>ĐỒ ÁN TỐT NGHIỆP</a:t>
            </a:r>
            <a:endParaRPr lang="en-US" dirty="0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F608F88D-83FE-4CE0-BF33-FEDC84134035}"/>
              </a:ext>
            </a:extLst>
          </p:cNvPr>
          <p:cNvSpPr txBox="1">
            <a:spLocks/>
          </p:cNvSpPr>
          <p:nvPr/>
        </p:nvSpPr>
        <p:spPr>
          <a:xfrm>
            <a:off x="386633" y="2780488"/>
            <a:ext cx="10639329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HỆ THỐNG WEBSITE BÁN </a:t>
            </a:r>
            <a:r>
              <a:rPr lang="en-US" sz="2800" dirty="0" err="1"/>
              <a:t>HÀNG</a:t>
            </a:r>
            <a:r>
              <a:rPr lang="en-US" sz="2800" dirty="0"/>
              <a:t> </a:t>
            </a:r>
            <a:r>
              <a:rPr lang="en-US" sz="2800" dirty="0" err="1"/>
              <a:t>TRỰC</a:t>
            </a:r>
            <a:r>
              <a:rPr lang="en-US" sz="2800" dirty="0"/>
              <a:t> TUYẾN </a:t>
            </a:r>
            <a:r>
              <a:rPr lang="en-US" sz="2800" dirty="0" err="1"/>
              <a:t>CỦA</a:t>
            </a:r>
            <a:r>
              <a:rPr lang="en-US" sz="2800" dirty="0"/>
              <a:t> GIA </a:t>
            </a:r>
            <a:r>
              <a:rPr lang="en-US" sz="2800" dirty="0" err="1"/>
              <a:t>ĐÌNH</a:t>
            </a:r>
            <a:endParaRPr lang="en-US" sz="2800" dirty="0"/>
          </a:p>
        </p:txBody>
      </p:sp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1C2F9A20-3D82-4C1C-86E6-5A8A77C090AD}"/>
              </a:ext>
            </a:extLst>
          </p:cNvPr>
          <p:cNvSpPr/>
          <p:nvPr/>
        </p:nvSpPr>
        <p:spPr>
          <a:xfrm>
            <a:off x="386634" y="3274292"/>
            <a:ext cx="6096000" cy="12208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750"/>
              </a:spcBef>
            </a:pPr>
            <a:r>
              <a:rPr lang="vi-VN" sz="2000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Sinh viên thực hiện: </a:t>
            </a:r>
            <a:r>
              <a:rPr lang="en-US" sz="2000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Phạm Nhật Anh	</a:t>
            </a:r>
            <a:endParaRPr lang="vi-VN" sz="2000" dirty="0">
              <a:solidFill>
                <a:srgbClr val="C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spcBef>
                <a:spcPts val="750"/>
              </a:spcBef>
            </a:pPr>
            <a:r>
              <a:rPr lang="vi-VN" sz="2000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Mã</a:t>
            </a:r>
            <a:r>
              <a:rPr lang="en-US" sz="2000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số</a:t>
            </a:r>
            <a:r>
              <a:rPr lang="vi-VN" sz="2000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sinh viên: </a:t>
            </a:r>
            <a:r>
              <a:rPr lang="en-US" sz="2000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20214987</a:t>
            </a:r>
            <a:endParaRPr lang="vi-VN" sz="2000" dirty="0">
              <a:solidFill>
                <a:srgbClr val="C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spcBef>
                <a:spcPts val="750"/>
              </a:spcBef>
            </a:pPr>
            <a:r>
              <a:rPr lang="vi-VN" sz="2000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Giáo viên hướng dẫn: </a:t>
            </a:r>
            <a:r>
              <a:rPr lang="en-US" sz="2000" dirty="0" err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GVC</a:t>
            </a:r>
            <a:r>
              <a:rPr lang="en-US" sz="2000" dirty="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Nguyễn Hồng Phương</a:t>
            </a:r>
            <a:endParaRPr lang="en-GB" sz="2000" dirty="0">
              <a:solidFill>
                <a:srgbClr val="C0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57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253F9F-1567-4137-BBEC-7DB1E364FB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8736" y="1058844"/>
            <a:ext cx="11514528" cy="4909124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vi-VN" dirty="0"/>
              <a:t>Đặt vấn đề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vi-VN" dirty="0"/>
              <a:t>Mục tiêu của đề tài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vi-VN" dirty="0"/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vi-VN" dirty="0"/>
              <a:t>Giải pháp và đóng góp nổi bật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vi-VN" dirty="0"/>
              <a:t>Kết luận và hướng phát triển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FD9C83-41D5-4B85-B776-F102189D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trình bày</a:t>
            </a:r>
            <a:br>
              <a:rPr lang="en-US"/>
            </a:br>
            <a:endParaRPr lang="en-US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CFE187D6-3EC6-4DC2-B310-91DC9CF09A42}"/>
              </a:ext>
            </a:extLst>
          </p:cNvPr>
          <p:cNvSpPr txBox="1"/>
          <p:nvPr/>
        </p:nvSpPr>
        <p:spPr>
          <a:xfrm>
            <a:off x="11535548" y="648866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3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</p:spTree>
    <p:extLst>
      <p:ext uri="{BB962C8B-B14F-4D97-AF65-F5344CB8AC3E}">
        <p14:creationId xmlns:p14="http://schemas.microsoft.com/office/powerpoint/2010/main" val="278710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3CA8943-EB58-47D2-910B-DD2491D1BCF8}"/>
              </a:ext>
            </a:extLst>
          </p:cNvPr>
          <p:cNvSpPr txBox="1">
            <a:spLocks/>
          </p:cNvSpPr>
          <p:nvPr/>
        </p:nvSpPr>
        <p:spPr>
          <a:xfrm>
            <a:off x="3873548" y="3004604"/>
            <a:ext cx="4993361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marL="914400" indent="-914400">
              <a:buFont typeface="+mj-lt"/>
              <a:buAutoNum type="arabicPeriod"/>
            </a:pPr>
            <a:r>
              <a:rPr lang="en-GB" dirty="0" err="1"/>
              <a:t>Đặt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đề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586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E18D06-2298-4C20-BF3D-F4536777C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</a:t>
            </a:r>
            <a:r>
              <a:rPr lang="en-GB" dirty="0" err="1"/>
              <a:t>Đặt</a:t>
            </a:r>
            <a:r>
              <a:rPr lang="en-GB" dirty="0"/>
              <a:t> </a:t>
            </a:r>
            <a:r>
              <a:rPr lang="en-GB" dirty="0" err="1"/>
              <a:t>vấn</a:t>
            </a:r>
            <a:r>
              <a:rPr lang="en-GB" dirty="0"/>
              <a:t> </a:t>
            </a:r>
            <a:r>
              <a:rPr lang="en-GB" dirty="0" err="1"/>
              <a:t>đề</a:t>
            </a:r>
            <a:br>
              <a:rPr lang="en-US" dirty="0"/>
            </a:br>
            <a:endParaRPr lang="en-US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FD41EE4D-2736-4234-880E-27007412A106}"/>
              </a:ext>
            </a:extLst>
          </p:cNvPr>
          <p:cNvSpPr txBox="1"/>
          <p:nvPr/>
        </p:nvSpPr>
        <p:spPr>
          <a:xfrm>
            <a:off x="6096000" y="1625828"/>
            <a:ext cx="600414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Mua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sắm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trực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tuyến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ngày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càng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phổ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biến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đặc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biệt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sau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đại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dịch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COVID-19</a:t>
            </a:r>
            <a:r>
              <a:rPr lang="vi-VN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en-US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US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Theo Google &amp; Bain (E-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conomy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SEA 2024)</a:t>
            </a:r>
            <a:r>
              <a:rPr lang="vi-VN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hơn 94% người Việt có truy cập </a:t>
            </a:r>
            <a:r>
              <a:rPr lang="vi-VN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Internet</a:t>
            </a:r>
            <a:r>
              <a:rPr lang="vi-VN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đã từng mua sắm trực tuyến</a:t>
            </a:r>
            <a:endParaRPr lang="en-US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Lato" panose="020F0502020204030203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 nền tảng thương mại điện tử lớn có chi phí cao, không phù hợp với hộ kinh doanh nhỏ.</a:t>
            </a:r>
            <a:endParaRPr lang="en-US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vi-VN" sz="2200" dirty="0">
              <a:latin typeface="Lato" panose="020F0502020204030203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Việc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quản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lý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bán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hàng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thủ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công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gây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mất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thời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gian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dễ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sai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2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sót</a:t>
            </a:r>
            <a:r>
              <a:rPr lang="en-US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lang="vi-VN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D4523ECD-BDE4-4BF8-92A9-AE4DAA8E0062}"/>
              </a:ext>
            </a:extLst>
          </p:cNvPr>
          <p:cNvSpPr txBox="1"/>
          <p:nvPr/>
        </p:nvSpPr>
        <p:spPr>
          <a:xfrm>
            <a:off x="11535548" y="648866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5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  <p:pic>
        <p:nvPicPr>
          <p:cNvPr id="3" name="Hình ảnh 2" descr="Ảnh có chứa văn bản, máy tính xách tay, máy tính, tách cà phê&#10;&#10;Nội dung do AI tạo ra có thể không chính xác.">
            <a:extLst>
              <a:ext uri="{FF2B5EF4-FFF2-40B4-BE49-F238E27FC236}">
                <a16:creationId xmlns:a16="http://schemas.microsoft.com/office/drawing/2014/main" id="{EDFB5FE7-BBAF-2C64-474A-DABC3AE78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67" y="1625828"/>
            <a:ext cx="5360315" cy="357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9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3CA8943-EB58-47D2-910B-DD2491D1BCF8}"/>
              </a:ext>
            </a:extLst>
          </p:cNvPr>
          <p:cNvSpPr txBox="1">
            <a:spLocks/>
          </p:cNvSpPr>
          <p:nvPr/>
        </p:nvSpPr>
        <p:spPr>
          <a:xfrm>
            <a:off x="2715844" y="3004604"/>
            <a:ext cx="7185537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dirty="0"/>
              <a:t>2. </a:t>
            </a:r>
            <a:r>
              <a:rPr lang="en-GB" dirty="0" err="1"/>
              <a:t>Mục</a:t>
            </a:r>
            <a:r>
              <a:rPr lang="en-GB" dirty="0"/>
              <a:t> </a:t>
            </a:r>
            <a:r>
              <a:rPr lang="en-GB" dirty="0" err="1"/>
              <a:t>tiêu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đề</a:t>
            </a:r>
            <a:r>
              <a:rPr lang="en-GB" dirty="0"/>
              <a:t> </a:t>
            </a:r>
            <a:r>
              <a:rPr lang="en-GB" dirty="0" err="1"/>
              <a:t>tài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63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BA9-3A9F-4099-8578-57D4D650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vi-VN" dirty="0"/>
              <a:t>MỤC TIÊU CỦA ĐỀ TÀI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27247-66AD-433E-8800-8F419499C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7539" y="1049298"/>
            <a:ext cx="11515725" cy="493871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website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trực</a:t>
            </a:r>
            <a:r>
              <a:rPr lang="en-US" sz="2400" dirty="0"/>
              <a:t> </a:t>
            </a:r>
            <a:r>
              <a:rPr lang="en-US" sz="2400" dirty="0" err="1"/>
              <a:t>tuyến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đình</a:t>
            </a:r>
            <a:r>
              <a:rPr lang="vi-VN" sz="2400" dirty="0"/>
              <a:t> ra đời nhằm phục vụ: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Hỗ</a:t>
            </a:r>
            <a:r>
              <a:rPr lang="en-US" sz="2400" dirty="0"/>
              <a:t> </a:t>
            </a:r>
            <a:r>
              <a:rPr lang="en-US" sz="2400" dirty="0" err="1"/>
              <a:t>trợ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đình</a:t>
            </a:r>
            <a:r>
              <a:rPr lang="en-US" sz="2400" dirty="0"/>
              <a:t>,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hộ</a:t>
            </a:r>
            <a:r>
              <a:rPr lang="en-US" sz="2400" dirty="0"/>
              <a:t> 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doanh</a:t>
            </a:r>
            <a:r>
              <a:rPr lang="en-US" sz="2400" dirty="0"/>
              <a:t> </a:t>
            </a:r>
            <a:r>
              <a:rPr lang="en-US" sz="2400" dirty="0" err="1"/>
              <a:t>nhỏ</a:t>
            </a:r>
            <a:r>
              <a:rPr lang="en-US" sz="2400" dirty="0"/>
              <a:t>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doanh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vi-VN" sz="2400" dirty="0"/>
              <a:t>Cung cấp các chức năng cơ bản và cần thiết như: quản lý sản phẩm, giỏ hàng, đặt </a:t>
            </a:r>
            <a:r>
              <a:rPr lang="en-US" sz="2400" dirty="0" err="1"/>
              <a:t>hàng</a:t>
            </a:r>
            <a:r>
              <a:rPr lang="en-US" sz="2400" dirty="0"/>
              <a:t>, </a:t>
            </a: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đặt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….</a:t>
            </a:r>
          </a:p>
          <a:p>
            <a:pPr>
              <a:lnSpc>
                <a:spcPct val="150000"/>
              </a:lnSpc>
            </a:pPr>
            <a:r>
              <a:rPr lang="vi-VN" sz="2400" dirty="0"/>
              <a:t>Hỗ trợ người bán quản lý tồn kho, doanh thu, giúp giảm sai sót và tiết kiệm thời gian.</a:t>
            </a:r>
            <a:endParaRPr lang="en-US" sz="2400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06980F2-0309-459E-AD3A-B118C1ED73F2}"/>
              </a:ext>
            </a:extLst>
          </p:cNvPr>
          <p:cNvSpPr txBox="1"/>
          <p:nvPr/>
        </p:nvSpPr>
        <p:spPr>
          <a:xfrm>
            <a:off x="11535548" y="648866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7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</p:spTree>
    <p:extLst>
      <p:ext uri="{BB962C8B-B14F-4D97-AF65-F5344CB8AC3E}">
        <p14:creationId xmlns:p14="http://schemas.microsoft.com/office/powerpoint/2010/main" val="419971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3CA8943-EB58-47D2-910B-DD2491D1BCF8}"/>
              </a:ext>
            </a:extLst>
          </p:cNvPr>
          <p:cNvSpPr txBox="1">
            <a:spLocks/>
          </p:cNvSpPr>
          <p:nvPr/>
        </p:nvSpPr>
        <p:spPr>
          <a:xfrm>
            <a:off x="2904329" y="2973771"/>
            <a:ext cx="6987815" cy="9104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dirty="0"/>
              <a:t>3. </a:t>
            </a:r>
            <a:r>
              <a:rPr lang="en-GB" dirty="0" err="1"/>
              <a:t>Phân</a:t>
            </a:r>
            <a:r>
              <a:rPr lang="en-GB" dirty="0"/>
              <a:t> </a:t>
            </a:r>
            <a:r>
              <a:rPr lang="en-GB" dirty="0" err="1"/>
              <a:t>tích</a:t>
            </a:r>
            <a:r>
              <a:rPr lang="en-GB" dirty="0"/>
              <a:t> </a:t>
            </a:r>
            <a:r>
              <a:rPr lang="en-GB" dirty="0" err="1"/>
              <a:t>yêu</a:t>
            </a:r>
            <a:r>
              <a:rPr lang="en-GB" dirty="0"/>
              <a:t> </a:t>
            </a:r>
            <a:r>
              <a:rPr lang="en-GB" dirty="0" err="1"/>
              <a:t>cầu</a:t>
            </a:r>
            <a:endParaRPr lang="en-GB" b="0" dirty="0"/>
          </a:p>
          <a:p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424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BA9-3A9F-4099-8578-57D4D650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vi-VN" dirty="0"/>
              <a:t>BIỂU ĐỒ USECASE TỔNG QUAN</a:t>
            </a:r>
            <a:endParaRPr lang="en-US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452067BB-3308-49F0-A849-D7950207DD14}"/>
              </a:ext>
            </a:extLst>
          </p:cNvPr>
          <p:cNvSpPr txBox="1"/>
          <p:nvPr/>
        </p:nvSpPr>
        <p:spPr>
          <a:xfrm>
            <a:off x="11535548" y="6488668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9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B581942-10F3-C1C6-D0A1-EF7CFC01128D}"/>
              </a:ext>
            </a:extLst>
          </p:cNvPr>
          <p:cNvSpPr txBox="1"/>
          <p:nvPr/>
        </p:nvSpPr>
        <p:spPr>
          <a:xfrm>
            <a:off x="3133947" y="3292180"/>
            <a:ext cx="6267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Hình ảnh 9" descr="Ảnh có chứa văn bản, biểu đồ, hàng, ảnh chụp màn hình&#10;&#10;Nội dung do AI tạo ra có thể không chính xác.">
            <a:extLst>
              <a:ext uri="{FF2B5EF4-FFF2-40B4-BE49-F238E27FC236}">
                <a16:creationId xmlns:a16="http://schemas.microsoft.com/office/drawing/2014/main" id="{4681223E-CC0E-457E-59E3-707E0CA76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721" y="921125"/>
            <a:ext cx="8803757" cy="54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3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BA9-3A9F-4099-8578-57D4D650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QUY </a:t>
            </a:r>
            <a:r>
              <a:rPr lang="vi-VN" dirty="0"/>
              <a:t>TRÌNH NGHIỆP VỤ </a:t>
            </a:r>
            <a:r>
              <a:rPr lang="en-US" dirty="0"/>
              <a:t>MUA </a:t>
            </a:r>
            <a:r>
              <a:rPr lang="en-US" dirty="0" err="1"/>
              <a:t>SẮM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86989F2-BCE5-4EE5-A560-5AE97CB5D7E7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10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  <p:pic>
        <p:nvPicPr>
          <p:cNvPr id="8" name="Hình ảnh 7" descr="Ảnh có chứa văn bản, ảnh chụp màn hình, biểu đồ, hàng&#10;&#10;Nội dung do AI tạo ra có thể không chính xác.">
            <a:extLst>
              <a:ext uri="{FF2B5EF4-FFF2-40B4-BE49-F238E27FC236}">
                <a16:creationId xmlns:a16="http://schemas.microsoft.com/office/drawing/2014/main" id="{3DA625A7-321E-55F7-80E7-4069EA625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449" y="798617"/>
            <a:ext cx="5334211" cy="560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29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3CA8943-EB58-47D2-910B-DD2491D1BCF8}"/>
              </a:ext>
            </a:extLst>
          </p:cNvPr>
          <p:cNvSpPr txBox="1">
            <a:spLocks/>
          </p:cNvSpPr>
          <p:nvPr/>
        </p:nvSpPr>
        <p:spPr>
          <a:xfrm>
            <a:off x="2311617" y="2599698"/>
            <a:ext cx="7691365" cy="16586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dirty="0"/>
              <a:t>4. </a:t>
            </a:r>
            <a:r>
              <a:rPr lang="en-GB" dirty="0" err="1"/>
              <a:t>Thiết</a:t>
            </a:r>
            <a:r>
              <a:rPr lang="en-GB" dirty="0"/>
              <a:t> </a:t>
            </a:r>
            <a:r>
              <a:rPr lang="en-GB" dirty="0" err="1"/>
              <a:t>kế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triển</a:t>
            </a:r>
            <a:r>
              <a:rPr lang="en-GB" dirty="0"/>
              <a:t> </a:t>
            </a:r>
            <a:r>
              <a:rPr lang="en-GB" dirty="0" err="1"/>
              <a:t>khai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thống</a:t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40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7ABA-A78F-173A-2FE4-38C5ACBF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THIẾT KẾ KIẾN TRÚC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E8B73A1-776B-8E8E-5F18-440B42F1CA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736" y="1034549"/>
            <a:ext cx="4892483" cy="1036320"/>
          </a:xfrm>
        </p:spPr>
        <p:txBody>
          <a:bodyPr/>
          <a:lstStyle/>
          <a:p>
            <a:pPr marL="0" indent="0" fontAlgn="base">
              <a:buNone/>
            </a:pPr>
            <a:r>
              <a:rPr lang="en-GB" dirty="0" err="1"/>
              <a:t>Kiến</a:t>
            </a:r>
            <a:r>
              <a:rPr lang="en-GB" dirty="0"/>
              <a:t> </a:t>
            </a:r>
            <a:r>
              <a:rPr lang="en-GB" dirty="0" err="1"/>
              <a:t>trúc</a:t>
            </a:r>
            <a:r>
              <a:rPr lang="en-GB" dirty="0"/>
              <a:t> </a:t>
            </a:r>
            <a:r>
              <a:rPr lang="en-GB" dirty="0" err="1"/>
              <a:t>mô</a:t>
            </a:r>
            <a:r>
              <a:rPr lang="en-GB" dirty="0"/>
              <a:t> </a:t>
            </a:r>
            <a:r>
              <a:rPr lang="en-GB" dirty="0" err="1"/>
              <a:t>hình</a:t>
            </a:r>
            <a:r>
              <a:rPr lang="en-GB" dirty="0"/>
              <a:t> 3 </a:t>
            </a:r>
            <a:r>
              <a:rPr lang="en-GB" dirty="0" err="1"/>
              <a:t>lớp</a:t>
            </a:r>
            <a:r>
              <a:rPr lang="en-GB" dirty="0"/>
              <a:t> </a:t>
            </a:r>
          </a:p>
          <a:p>
            <a:pPr marL="0" indent="0" fontAlgn="base">
              <a:buNone/>
            </a:pPr>
            <a:r>
              <a:rPr lang="en-GB"/>
              <a:t>(Three-Layer </a:t>
            </a:r>
            <a:r>
              <a:rPr lang="en-GB" dirty="0" err="1"/>
              <a:t>Archirecture</a:t>
            </a:r>
            <a:r>
              <a:rPr lang="en-GB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A1C2B-40F1-904D-DF75-DFB7595F5373}"/>
              </a:ext>
            </a:extLst>
          </p:cNvPr>
          <p:cNvSpPr txBox="1">
            <a:spLocks/>
          </p:cNvSpPr>
          <p:nvPr/>
        </p:nvSpPr>
        <p:spPr>
          <a:xfrm>
            <a:off x="252045" y="2160668"/>
            <a:ext cx="5129191" cy="1617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GB" dirty="0" err="1"/>
              <a:t>Dễ</a:t>
            </a:r>
            <a:r>
              <a:rPr lang="en-GB" dirty="0"/>
              <a:t> </a:t>
            </a:r>
            <a:r>
              <a:rPr lang="en-GB" dirty="0" err="1"/>
              <a:t>quản</a:t>
            </a:r>
            <a:r>
              <a:rPr lang="en-GB" dirty="0"/>
              <a:t> </a:t>
            </a:r>
            <a:r>
              <a:rPr lang="en-GB" dirty="0" err="1"/>
              <a:t>lý</a:t>
            </a:r>
            <a:r>
              <a:rPr lang="en-GB" dirty="0"/>
              <a:t>, </a:t>
            </a:r>
            <a:r>
              <a:rPr lang="en-GB" dirty="0" err="1"/>
              <a:t>bảo</a:t>
            </a:r>
            <a:r>
              <a:rPr lang="en-GB" dirty="0"/>
              <a:t> </a:t>
            </a:r>
            <a:r>
              <a:rPr lang="en-GB" dirty="0" err="1"/>
              <a:t>trì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mở</a:t>
            </a:r>
            <a:r>
              <a:rPr lang="en-GB" dirty="0"/>
              <a:t> </a:t>
            </a:r>
            <a:r>
              <a:rPr lang="en-GB" dirty="0" err="1"/>
              <a:t>rộng</a:t>
            </a:r>
            <a:endParaRPr lang="en-GB" dirty="0"/>
          </a:p>
          <a:p>
            <a:pPr fontAlgn="base"/>
            <a:r>
              <a:rPr lang="en-GB" dirty="0" err="1"/>
              <a:t>Tăng</a:t>
            </a:r>
            <a:r>
              <a:rPr lang="en-GB" dirty="0"/>
              <a:t> </a:t>
            </a:r>
            <a:r>
              <a:rPr lang="en-GB" dirty="0" err="1"/>
              <a:t>tính</a:t>
            </a:r>
            <a:r>
              <a:rPr lang="en-GB" dirty="0"/>
              <a:t> </a:t>
            </a:r>
            <a:r>
              <a:rPr lang="en-GB" dirty="0" err="1"/>
              <a:t>bảo</a:t>
            </a:r>
            <a:r>
              <a:rPr lang="en-GB" dirty="0"/>
              <a:t> </a:t>
            </a:r>
            <a:r>
              <a:rPr lang="en-GB" dirty="0" err="1"/>
              <a:t>mật</a:t>
            </a:r>
            <a:r>
              <a:rPr lang="en-GB" dirty="0"/>
              <a:t>, </a:t>
            </a:r>
            <a:r>
              <a:rPr lang="en-GB" dirty="0" err="1"/>
              <a:t>tái</a:t>
            </a:r>
            <a:r>
              <a:rPr lang="en-GB" dirty="0"/>
              <a:t> </a:t>
            </a:r>
            <a:r>
              <a:rPr lang="en-GB" dirty="0" err="1"/>
              <a:t>sử</a:t>
            </a:r>
            <a:r>
              <a:rPr lang="en-GB" dirty="0"/>
              <a:t> </a:t>
            </a:r>
            <a:r>
              <a:rPr lang="en-GB" dirty="0" err="1"/>
              <a:t>dụng</a:t>
            </a:r>
            <a:r>
              <a:rPr lang="en-GB" dirty="0"/>
              <a:t> code, </a:t>
            </a:r>
            <a:r>
              <a:rPr lang="en-GB" dirty="0" err="1"/>
              <a:t>dễ</a:t>
            </a:r>
            <a:r>
              <a:rPr lang="en-GB" dirty="0"/>
              <a:t> </a:t>
            </a:r>
            <a:r>
              <a:rPr lang="en-GB" dirty="0" err="1"/>
              <a:t>tối</a:t>
            </a:r>
            <a:r>
              <a:rPr lang="en-GB" dirty="0"/>
              <a:t> </a:t>
            </a:r>
            <a:r>
              <a:rPr lang="en-GB" dirty="0" err="1"/>
              <a:t>ưu</a:t>
            </a:r>
            <a:endParaRPr lang="en-GB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03BCE07-F2FA-0348-678C-E55B70887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933" y="936656"/>
            <a:ext cx="6339411" cy="5389499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D2EFCEA-8A4A-8048-9FF4-F351BB38B150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12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</p:spTree>
    <p:extLst>
      <p:ext uri="{BB962C8B-B14F-4D97-AF65-F5344CB8AC3E}">
        <p14:creationId xmlns:p14="http://schemas.microsoft.com/office/powerpoint/2010/main" val="1468287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0AD0-0280-E6F1-1D40-8B406784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THIẾT KẾ TỔNG QUAN</a:t>
            </a:r>
            <a:endParaRPr lang="en-US" dirty="0"/>
          </a:p>
        </p:txBody>
      </p:sp>
      <p:pic>
        <p:nvPicPr>
          <p:cNvPr id="7" name="Hình ảnh 6" descr="Ảnh có chứa văn bản, ảnh chụp màn hình, biểu đồ, Hình chữ nhật&#10;&#10;Nội dung do AI tạo ra có thể không chính xác.">
            <a:extLst>
              <a:ext uri="{FF2B5EF4-FFF2-40B4-BE49-F238E27FC236}">
                <a16:creationId xmlns:a16="http://schemas.microsoft.com/office/drawing/2014/main" id="{75200E55-01F8-4D5B-B45C-2BA748B51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482" y="929178"/>
            <a:ext cx="4065925" cy="5401339"/>
          </a:xfrm>
          <a:prstGeom prst="rect">
            <a:avLst/>
          </a:prstGeom>
        </p:spPr>
      </p:pic>
      <p:pic>
        <p:nvPicPr>
          <p:cNvPr id="9" name="Hình ảnh 8" descr="Ảnh có chứa ảnh chụp màn hình, Hình chữ nhật, văn bản, biểu đồ&#10;&#10;Nội dung do AI tạo ra có thể không chính xác.">
            <a:extLst>
              <a:ext uri="{FF2B5EF4-FFF2-40B4-BE49-F238E27FC236}">
                <a16:creationId xmlns:a16="http://schemas.microsoft.com/office/drawing/2014/main" id="{8364D8AD-C280-7925-D690-3F0C02E0E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62" y="929177"/>
            <a:ext cx="5122560" cy="5401339"/>
          </a:xfrm>
          <a:prstGeom prst="rect">
            <a:avLst/>
          </a:prstGeom>
        </p:spPr>
      </p:pic>
      <p:sp>
        <p:nvSpPr>
          <p:cNvPr id="11" name="Chỗ dành sẵn cho Văn bản 10">
            <a:extLst>
              <a:ext uri="{FF2B5EF4-FFF2-40B4-BE49-F238E27FC236}">
                <a16:creationId xmlns:a16="http://schemas.microsoft.com/office/drawing/2014/main" id="{1491C7B2-1523-0469-1C37-8224A554ED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BA2F98F2-07B7-595B-2E8E-CC3488537DFF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13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</p:spTree>
    <p:extLst>
      <p:ext uri="{BB962C8B-B14F-4D97-AF65-F5344CB8AC3E}">
        <p14:creationId xmlns:p14="http://schemas.microsoft.com/office/powerpoint/2010/main" val="143017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F73B-F30A-F45A-E9AF-DF74C1E2D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6058-FF15-C1DE-2BFD-7F3BE982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THIẾT KẾ </a:t>
            </a:r>
            <a:r>
              <a:rPr lang="en-US"/>
              <a:t>DATABASE</a:t>
            </a:r>
            <a:endParaRPr lang="en-US" dirty="0"/>
          </a:p>
        </p:txBody>
      </p:sp>
      <p:sp>
        <p:nvSpPr>
          <p:cNvPr id="11" name="Chỗ dành sẵn cho Văn bản 10">
            <a:extLst>
              <a:ext uri="{FF2B5EF4-FFF2-40B4-BE49-F238E27FC236}">
                <a16:creationId xmlns:a16="http://schemas.microsoft.com/office/drawing/2014/main" id="{0BA565CD-2FA4-7C0E-082F-C26BFB3AD8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C6C68EE6-DED5-0EF5-4206-53860AC6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0554"/>
            <a:ext cx="12192000" cy="5443288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DB332972-802F-6D8C-F8D6-6A4B34A9D988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14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</p:spTree>
    <p:extLst>
      <p:ext uri="{BB962C8B-B14F-4D97-AF65-F5344CB8AC3E}">
        <p14:creationId xmlns:p14="http://schemas.microsoft.com/office/powerpoint/2010/main" val="649716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BA9-3A9F-4099-8578-57D4D650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GIAO DIỆN TRANG CHỦ</a:t>
            </a:r>
            <a:endParaRPr lang="en-US" dirty="0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EEB20754-B0BB-43A1-BE36-0A8011F168F7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15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E2C57DD5-1181-3EA7-70B4-FC9183EEC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8" y="904574"/>
            <a:ext cx="11693776" cy="516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64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BA9-3A9F-4099-8578-57D4D650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GIAO DIỆN </a:t>
            </a:r>
            <a:r>
              <a:rPr lang="en-US" dirty="0"/>
              <a:t>QUẢN LÝ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15F46F8-51CB-40A0-ACF5-4FAB5890C76D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16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54083815-D864-CD75-0A1A-BE5FD0C59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93" y="1008295"/>
            <a:ext cx="10781414" cy="519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93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BA9-3A9F-4099-8578-57D4D650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GIAO DIỆN QUẢN LÝ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ADMIN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15F46F8-51CB-40A0-ACF5-4FAB5890C76D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17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A00A4A63-85C5-931D-C9F0-81FDE9A16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36" y="920859"/>
            <a:ext cx="11494562" cy="519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0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3CA8943-EB58-47D2-910B-DD2491D1BCF8}"/>
              </a:ext>
            </a:extLst>
          </p:cNvPr>
          <p:cNvSpPr txBox="1">
            <a:spLocks/>
          </p:cNvSpPr>
          <p:nvPr/>
        </p:nvSpPr>
        <p:spPr>
          <a:xfrm>
            <a:off x="3255027" y="2689705"/>
            <a:ext cx="7342482" cy="147858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dirty="0"/>
              <a:t>5. </a:t>
            </a:r>
            <a:r>
              <a:rPr lang="en-GB" dirty="0" err="1"/>
              <a:t>Giải</a:t>
            </a:r>
            <a:r>
              <a:rPr lang="en-GB" dirty="0"/>
              <a:t> </a:t>
            </a:r>
            <a:r>
              <a:rPr lang="en-GB" dirty="0" err="1"/>
              <a:t>pháp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đóng</a:t>
            </a:r>
            <a:r>
              <a:rPr lang="en-GB" dirty="0"/>
              <a:t> </a:t>
            </a:r>
            <a:r>
              <a:rPr lang="en-GB" dirty="0" err="1"/>
              <a:t>góp</a:t>
            </a:r>
            <a:r>
              <a:rPr lang="en-GB" dirty="0"/>
              <a:t> </a:t>
            </a:r>
            <a:r>
              <a:rPr lang="en-GB" dirty="0" err="1"/>
              <a:t>nổi</a:t>
            </a:r>
            <a:r>
              <a:rPr lang="en-GB" dirty="0"/>
              <a:t> </a:t>
            </a:r>
            <a:r>
              <a:rPr lang="en-GB" dirty="0" err="1"/>
              <a:t>bật</a:t>
            </a:r>
            <a:endParaRPr lang="en-GB" b="0" dirty="0"/>
          </a:p>
          <a:p>
            <a:br>
              <a:rPr lang="en-GB" dirty="0"/>
            </a:b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72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BA9-3A9F-4099-8578-57D4D650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vi-VN" b="1" dirty="0"/>
              <a:t>SỬ DỤNG KIẾN TRÚC 3 LỚP KẾT HỢP SINGLE PAGE APPLICATION</a:t>
            </a:r>
            <a:endParaRPr lang="en-GB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27247-66AD-433E-8800-8F419499C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6452" y="1022108"/>
            <a:ext cx="5176853" cy="4741360"/>
          </a:xfrm>
        </p:spPr>
        <p:txBody>
          <a:bodyPr/>
          <a:lstStyle/>
          <a:p>
            <a:pPr marL="0" indent="0" fontAlgn="base">
              <a:lnSpc>
                <a:spcPct val="100000"/>
              </a:lnSpc>
              <a:buNone/>
            </a:pPr>
            <a:r>
              <a:rPr lang="en-GB" sz="2400" dirty="0" err="1"/>
              <a:t>Kết</a:t>
            </a:r>
            <a:r>
              <a:rPr lang="en-GB" sz="2400" dirty="0"/>
              <a:t> </a:t>
            </a:r>
            <a:r>
              <a:rPr lang="en-GB" sz="2400" dirty="0" err="1"/>
              <a:t>hợp</a:t>
            </a:r>
            <a:r>
              <a:rPr lang="en-GB" sz="2400" dirty="0"/>
              <a:t> MVC </a:t>
            </a:r>
            <a:r>
              <a:rPr lang="en-GB" sz="2400" dirty="0" err="1"/>
              <a:t>và</a:t>
            </a:r>
            <a:r>
              <a:rPr lang="en-GB" sz="2400" dirty="0"/>
              <a:t> </a:t>
            </a:r>
            <a:r>
              <a:rPr lang="fr-FR" sz="2400" dirty="0"/>
              <a:t>Multiple Page Application (MPA)</a:t>
            </a:r>
            <a:endParaRPr lang="en-GB" sz="2400" dirty="0"/>
          </a:p>
          <a:p>
            <a:pPr lvl="1" fontAlgn="base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T</a:t>
            </a:r>
            <a:r>
              <a:rPr lang="vi-VN" dirty="0"/>
              <a:t>oàn bộ trang web phả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vi-VN" dirty="0"/>
              <a:t>được tải lại từ serve</a:t>
            </a:r>
            <a:endParaRPr lang="en-US" dirty="0"/>
          </a:p>
          <a:p>
            <a:pPr lvl="1" fontAlgn="base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dirty="0" err="1"/>
              <a:t>Lãng</a:t>
            </a:r>
            <a:r>
              <a:rPr lang="fr-FR" dirty="0"/>
              <a:t> </a:t>
            </a:r>
            <a:r>
              <a:rPr lang="fr-FR" dirty="0" err="1"/>
              <a:t>phí</a:t>
            </a:r>
            <a:r>
              <a:rPr lang="fr-FR" dirty="0"/>
              <a:t> </a:t>
            </a:r>
            <a:r>
              <a:rPr lang="fr-FR" dirty="0" err="1"/>
              <a:t>băng</a:t>
            </a:r>
            <a:r>
              <a:rPr lang="fr-FR" dirty="0"/>
              <a:t> </a:t>
            </a:r>
            <a:r>
              <a:rPr lang="fr-FR" dirty="0" err="1"/>
              <a:t>thông</a:t>
            </a:r>
            <a:r>
              <a:rPr lang="fr-FR" dirty="0"/>
              <a:t> </a:t>
            </a:r>
            <a:r>
              <a:rPr lang="fr-FR" dirty="0" err="1"/>
              <a:t>mạng</a:t>
            </a:r>
            <a:r>
              <a:rPr lang="fr-FR" dirty="0"/>
              <a:t>, </a:t>
            </a:r>
            <a:r>
              <a:rPr lang="fr-FR" dirty="0" err="1"/>
              <a:t>tăng</a:t>
            </a:r>
            <a:r>
              <a:rPr lang="fr-FR" dirty="0"/>
              <a:t> </a:t>
            </a:r>
            <a:r>
              <a:rPr lang="fr-FR" dirty="0" err="1"/>
              <a:t>tải</a:t>
            </a:r>
            <a:r>
              <a:rPr lang="fr-FR" dirty="0"/>
              <a:t> </a:t>
            </a:r>
            <a:r>
              <a:rPr lang="fr-FR" dirty="0" err="1"/>
              <a:t>cho</a:t>
            </a:r>
            <a:r>
              <a:rPr lang="fr-FR" dirty="0"/>
              <a:t> server</a:t>
            </a:r>
          </a:p>
          <a:p>
            <a:pPr lvl="1" fontAlgn="base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fr-FR" dirty="0" err="1"/>
              <a:t>Tiêu</a:t>
            </a:r>
            <a:r>
              <a:rPr lang="fr-FR" dirty="0"/>
              <a:t> </a:t>
            </a:r>
            <a:r>
              <a:rPr lang="fr-FR" dirty="0" err="1"/>
              <a:t>hao</a:t>
            </a:r>
            <a:r>
              <a:rPr lang="fr-FR" dirty="0"/>
              <a:t> </a:t>
            </a:r>
            <a:r>
              <a:rPr lang="fr-FR" dirty="0" err="1"/>
              <a:t>tài</a:t>
            </a:r>
            <a:r>
              <a:rPr lang="fr-FR" dirty="0"/>
              <a:t> </a:t>
            </a:r>
            <a:r>
              <a:rPr lang="fr-FR" dirty="0" err="1"/>
              <a:t>nguyên</a:t>
            </a:r>
            <a:r>
              <a:rPr lang="fr-FR" dirty="0"/>
              <a:t> </a:t>
            </a:r>
            <a:r>
              <a:rPr lang="fr-FR" dirty="0" err="1"/>
              <a:t>một</a:t>
            </a:r>
            <a:r>
              <a:rPr lang="fr-FR" dirty="0"/>
              <a:t> </a:t>
            </a:r>
            <a:r>
              <a:rPr lang="fr-FR" dirty="0" err="1"/>
              <a:t>cách</a:t>
            </a:r>
            <a:r>
              <a:rPr lang="fr-FR" dirty="0"/>
              <a:t> </a:t>
            </a:r>
            <a:r>
              <a:rPr lang="fr-FR" dirty="0" err="1"/>
              <a:t>không</a:t>
            </a:r>
            <a:r>
              <a:rPr lang="fr-FR" dirty="0"/>
              <a:t> </a:t>
            </a:r>
            <a:r>
              <a:rPr lang="fr-FR" dirty="0" err="1"/>
              <a:t>cần</a:t>
            </a:r>
            <a:r>
              <a:rPr lang="fr-FR" dirty="0"/>
              <a:t> </a:t>
            </a:r>
            <a:r>
              <a:rPr lang="fr-FR" dirty="0" err="1"/>
              <a:t>thiết</a:t>
            </a:r>
            <a:endParaRPr lang="fr-FR" dirty="0"/>
          </a:p>
          <a:p>
            <a:pPr lvl="1" fontAlgn="base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/>
              <a:t>P</a:t>
            </a:r>
            <a:r>
              <a:rPr lang="vi-VN" dirty="0"/>
              <a:t>hản hồi chậm, ảnh hưởng trải nghiệm người</a:t>
            </a:r>
            <a:r>
              <a:rPr lang="en-US" dirty="0"/>
              <a:t> </a:t>
            </a:r>
            <a:r>
              <a:rPr lang="vi-VN" dirty="0"/>
              <a:t>dùng</a:t>
            </a:r>
            <a:endParaRPr lang="fr-FR" dirty="0"/>
          </a:p>
          <a:p>
            <a:pPr lvl="1" fontAlgn="base">
              <a:buFont typeface="Wingdings" panose="05000000000000000000" pitchFamily="2" charset="2"/>
              <a:buChar char="§"/>
            </a:pPr>
            <a:endParaRPr lang="fr-FR" sz="2000" dirty="0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5928DAE1-3AE2-4C5F-B8BB-515F8FBF0BE4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19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D4C881C-C1DC-BBC3-0A2B-E4B1AD8229B5}"/>
              </a:ext>
            </a:extLst>
          </p:cNvPr>
          <p:cNvSpPr/>
          <p:nvPr/>
        </p:nvSpPr>
        <p:spPr>
          <a:xfrm>
            <a:off x="6093726" y="2860977"/>
            <a:ext cx="671803" cy="5680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0453D91-4C97-9D61-C2F2-FFD6AAA948F8}"/>
              </a:ext>
            </a:extLst>
          </p:cNvPr>
          <p:cNvSpPr txBox="1">
            <a:spLocks/>
          </p:cNvSpPr>
          <p:nvPr/>
        </p:nvSpPr>
        <p:spPr>
          <a:xfrm>
            <a:off x="7025951" y="995557"/>
            <a:ext cx="4509597" cy="47944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GB" sz="2400" kern="12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GB" sz="2400" kern="12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400" kern="12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GB" sz="2400" kern="12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400" kern="12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kiến</a:t>
            </a:r>
            <a:r>
              <a:rPr lang="en-GB" sz="2400" kern="12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400" kern="12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trúc</a:t>
            </a:r>
            <a:r>
              <a:rPr lang="en-GB" sz="2400" kern="12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3 </a:t>
            </a:r>
            <a:r>
              <a:rPr lang="en-GB" sz="2400" kern="12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lớp</a:t>
            </a:r>
            <a:r>
              <a:rPr lang="en-GB" sz="2400" kern="12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400" kern="12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kết</a:t>
            </a:r>
            <a:r>
              <a:rPr lang="en-GB" sz="2400" kern="12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400" kern="12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hợp</a:t>
            </a:r>
            <a:r>
              <a:rPr lang="en-GB" sz="2400" kern="12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400" kern="1200" dirty="0" err="1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với</a:t>
            </a:r>
            <a:r>
              <a:rPr lang="en-GB" sz="2400" kern="12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SPA</a:t>
            </a:r>
            <a:endParaRPr lang="en-GB" sz="2400" dirty="0"/>
          </a:p>
          <a:p>
            <a:pPr lvl="1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logic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lần</a:t>
            </a:r>
            <a:endParaRPr lang="en-US" dirty="0"/>
          </a:p>
          <a:p>
            <a:pPr lvl="1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,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endParaRPr lang="en-US" dirty="0"/>
          </a:p>
          <a:p>
            <a:pPr lvl="1" fontAlgn="base">
              <a:buFont typeface="Wingdings" panose="05000000000000000000" pitchFamily="2" charset="2"/>
              <a:buChar char="§"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78394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615D9-511F-577D-2D69-525CD413F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4D9E-B418-A9C1-C95C-7330FAE8F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vi-VN" dirty="0"/>
              <a:t>CHỨC NĂNG </a:t>
            </a:r>
            <a:r>
              <a:rPr lang="en-US" dirty="0"/>
              <a:t>DỰ ĐOÁN SỐ LƯỢNG BÁN RA CỦA SẢN PHẨM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DFA7D-BCAA-668C-4227-8A6EF15736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755" y="959643"/>
            <a:ext cx="8246923" cy="821826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2400" dirty="0"/>
              <a:t>N</a:t>
            </a:r>
            <a:r>
              <a:rPr lang="vi-VN" sz="2400" dirty="0" err="1"/>
              <a:t>gười</a:t>
            </a:r>
            <a:r>
              <a:rPr lang="vi-VN" sz="2400" dirty="0"/>
              <a:t>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muốn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en-US" sz="2400" dirty="0"/>
              <a:t> </a:t>
            </a:r>
            <a:r>
              <a:rPr lang="en-US" sz="2400" dirty="0" err="1"/>
              <a:t>nhu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vi-VN" sz="2400" dirty="0"/>
              <a:t> sản phẩm giúp nhập hàng hợp lý và tối ưu tồn kho.</a:t>
            </a:r>
            <a:endParaRPr lang="en-US" sz="2400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4115852C-0359-EEC3-84DA-EF07B375828C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20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92D3AFA-2B68-9DBD-A966-50DB502AF6C9}"/>
              </a:ext>
            </a:extLst>
          </p:cNvPr>
          <p:cNvSpPr/>
          <p:nvPr/>
        </p:nvSpPr>
        <p:spPr>
          <a:xfrm>
            <a:off x="245277" y="2257026"/>
            <a:ext cx="410506" cy="403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041315C-E999-6CCE-0AC1-033849D4AF2E}"/>
              </a:ext>
            </a:extLst>
          </p:cNvPr>
          <p:cNvSpPr txBox="1">
            <a:spLocks/>
          </p:cNvSpPr>
          <p:nvPr/>
        </p:nvSpPr>
        <p:spPr>
          <a:xfrm>
            <a:off x="655783" y="1637045"/>
            <a:ext cx="4617720" cy="11747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</a:pP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vi-VN" sz="2400" b="1" dirty="0"/>
              <a:t>dự báo số lượng bán ra vào ngày/tháng tiếp theo</a:t>
            </a:r>
            <a:r>
              <a:rPr lang="vi-VN" sz="2400" dirty="0"/>
              <a:t> cho từng sản phẩm.</a:t>
            </a:r>
            <a:endParaRPr lang="en-US" sz="2400" dirty="0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AC467E72-85B1-0D4E-9580-0FB9174AB7F6}"/>
              </a:ext>
            </a:extLst>
          </p:cNvPr>
          <p:cNvSpPr txBox="1"/>
          <p:nvPr/>
        </p:nvSpPr>
        <p:spPr>
          <a:xfrm>
            <a:off x="655783" y="2811780"/>
            <a:ext cx="4617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Áp dụng thuật toán </a:t>
            </a:r>
            <a:r>
              <a:rPr lang="vi-VN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Simple</a:t>
            </a:r>
            <a:r>
              <a:rPr lang="vi-VN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vi-VN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Moving</a:t>
            </a:r>
            <a:r>
              <a:rPr lang="vi-VN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vi-VN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Average</a:t>
            </a:r>
            <a:r>
              <a:rPr lang="vi-VN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(SMA)</a:t>
            </a: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với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dữ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liệu</a:t>
            </a: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lịch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trước</a:t>
            </a: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3 ngày.</a:t>
            </a:r>
            <a:endParaRPr lang="en-US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F8CADA2-7189-FA38-35AB-C97C750B0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01" y="4337058"/>
            <a:ext cx="4479483" cy="1174735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0B8413B7-9EC7-F4EB-53EA-1ADD3A6B5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572229"/>
            <a:ext cx="6752062" cy="432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66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66459-C5F3-672B-439D-3315789CF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539FE-8180-808E-5596-D8446455B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vi-VN" dirty="0"/>
              <a:t>CHỨC NĂNG </a:t>
            </a:r>
            <a:r>
              <a:rPr lang="en-US" dirty="0"/>
              <a:t>DỰ ĐOÁN SỐ LƯỢNG BÁN RA CỦA SẢN PHẨM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AB277-C808-3990-C06C-6BBB26DF49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755" y="959643"/>
            <a:ext cx="8246923" cy="821826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2400" dirty="0"/>
              <a:t>N</a:t>
            </a:r>
            <a:r>
              <a:rPr lang="vi-VN" sz="2400" dirty="0" err="1"/>
              <a:t>gười</a:t>
            </a:r>
            <a:r>
              <a:rPr lang="vi-VN" sz="2400" dirty="0"/>
              <a:t>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muốn</a:t>
            </a:r>
            <a:r>
              <a:rPr lang="en-US" sz="2400" dirty="0"/>
              <a:t> </a:t>
            </a:r>
            <a:r>
              <a:rPr lang="en-US" sz="2400" dirty="0" err="1"/>
              <a:t>biết</a:t>
            </a:r>
            <a:r>
              <a:rPr lang="en-US" sz="2400" dirty="0"/>
              <a:t> </a:t>
            </a:r>
            <a:r>
              <a:rPr lang="en-US" sz="2400" dirty="0" err="1"/>
              <a:t>nhu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vi-VN" sz="2400" dirty="0"/>
              <a:t> sản phẩm giúp nhập hàng hợp lý và tối ưu tồn kho.</a:t>
            </a:r>
            <a:endParaRPr lang="en-US" sz="2400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2F36A619-ABE0-4BC0-7C17-0F7582FC3830}"/>
              </a:ext>
            </a:extLst>
          </p:cNvPr>
          <p:cNvSpPr txBox="1"/>
          <p:nvPr/>
        </p:nvSpPr>
        <p:spPr>
          <a:xfrm>
            <a:off x="11576045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21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48362D2-BD08-EFAA-DBA2-872E595ABDDE}"/>
              </a:ext>
            </a:extLst>
          </p:cNvPr>
          <p:cNvSpPr/>
          <p:nvPr/>
        </p:nvSpPr>
        <p:spPr>
          <a:xfrm>
            <a:off x="245277" y="2257026"/>
            <a:ext cx="410506" cy="403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89B55E9-47B5-CAC4-86F9-0322B0580998}"/>
              </a:ext>
            </a:extLst>
          </p:cNvPr>
          <p:cNvSpPr txBox="1">
            <a:spLocks/>
          </p:cNvSpPr>
          <p:nvPr/>
        </p:nvSpPr>
        <p:spPr>
          <a:xfrm>
            <a:off x="666416" y="1658311"/>
            <a:ext cx="4617720" cy="11747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00000"/>
              </a:lnSpc>
            </a:pP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r>
              <a:rPr lang="en-US" sz="2400" dirty="0"/>
              <a:t>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vi-VN" sz="2400" b="1" dirty="0"/>
              <a:t>dự báo số lượng bán ra vào ngày/tháng tiếp theo</a:t>
            </a:r>
            <a:r>
              <a:rPr lang="vi-VN" sz="2400" dirty="0"/>
              <a:t> cho từng sản phẩm.</a:t>
            </a:r>
            <a:endParaRPr lang="en-US" sz="2400" dirty="0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36E7A437-B992-45B6-CB3F-C18648E91608}"/>
              </a:ext>
            </a:extLst>
          </p:cNvPr>
          <p:cNvSpPr txBox="1"/>
          <p:nvPr/>
        </p:nvSpPr>
        <p:spPr>
          <a:xfrm>
            <a:off x="655783" y="2811780"/>
            <a:ext cx="4617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Áp dụng thuật toán </a:t>
            </a:r>
            <a:r>
              <a:rPr lang="vi-VN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Simple</a:t>
            </a:r>
            <a:r>
              <a:rPr lang="vi-VN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vi-VN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Moving</a:t>
            </a:r>
            <a:r>
              <a:rPr lang="vi-VN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vi-VN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Average</a:t>
            </a:r>
            <a:r>
              <a:rPr lang="vi-VN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(SMA)</a:t>
            </a: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với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dữ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liệu</a:t>
            </a: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lịch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trước</a:t>
            </a: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3 ngày.</a:t>
            </a:r>
            <a:endParaRPr lang="en-US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3FF7749B-5ACF-4C95-2B79-43E6A4E9DADE}"/>
              </a:ext>
            </a:extLst>
          </p:cNvPr>
          <p:cNvSpPr txBox="1"/>
          <p:nvPr/>
        </p:nvSpPr>
        <p:spPr>
          <a:xfrm>
            <a:off x="655782" y="4052525"/>
            <a:ext cx="4729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hai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mô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học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máy:</a:t>
            </a:r>
            <a:r>
              <a:rPr lang="en-US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Random-Forest</a:t>
            </a:r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XGBoost</a:t>
            </a:r>
            <a:endParaRPr lang="en-US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048639D0-F3A8-C0D9-B66C-D25612627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500" y="1770340"/>
            <a:ext cx="6289049" cy="3081283"/>
          </a:xfrm>
          <a:prstGeom prst="rect">
            <a:avLst/>
          </a:prstGeom>
        </p:spPr>
      </p:pic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A6683619-2019-3BD6-E2E1-30A1AE8DD4AD}"/>
              </a:ext>
            </a:extLst>
          </p:cNvPr>
          <p:cNvSpPr txBox="1"/>
          <p:nvPr/>
        </p:nvSpPr>
        <p:spPr>
          <a:xfrm>
            <a:off x="655782" y="5025917"/>
            <a:ext cx="5659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Dữ liệu huấn luyện gồm các đặc trưng như: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price, </a:t>
            </a:r>
            <a:r>
              <a:rPr lang="en-US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discount_price</a:t>
            </a:r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stock,sold</a:t>
            </a:r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trend, holiday</a:t>
            </a: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8077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33CA8943-EB58-47D2-910B-DD2491D1BCF8}"/>
              </a:ext>
            </a:extLst>
          </p:cNvPr>
          <p:cNvSpPr txBox="1">
            <a:spLocks/>
          </p:cNvSpPr>
          <p:nvPr/>
        </p:nvSpPr>
        <p:spPr>
          <a:xfrm>
            <a:off x="3105737" y="2729518"/>
            <a:ext cx="7342482" cy="16652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GB" dirty="0"/>
              <a:t>6. </a:t>
            </a:r>
            <a:r>
              <a:rPr lang="vi-VN" dirty="0"/>
              <a:t>Kết luận và hướng phát triển</a:t>
            </a:r>
            <a:endParaRPr lang="vi-VN" b="0" dirty="0"/>
          </a:p>
          <a:p>
            <a:br>
              <a:rPr lang="vi-VN" dirty="0"/>
            </a:br>
            <a:endParaRPr lang="en-GB" b="0" dirty="0"/>
          </a:p>
          <a:p>
            <a:br>
              <a:rPr lang="en-GB" dirty="0"/>
            </a:b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270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5ABA9-3A9F-4099-8578-57D4D650E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LUẬN VÀ HƯỚNG PHÁT TRIỂN</a:t>
            </a:r>
            <a:br>
              <a:rPr lang="vi-VN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27247-66AD-433E-8800-8F419499C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7539" y="959643"/>
            <a:ext cx="11515725" cy="4938713"/>
          </a:xfrm>
        </p:spPr>
        <p:txBody>
          <a:bodyPr/>
          <a:lstStyle/>
          <a:p>
            <a:pPr marL="0" indent="0" fontAlgn="base">
              <a:buNone/>
            </a:pPr>
            <a:r>
              <a:rPr lang="vi-VN" sz="2400" b="1" dirty="0"/>
              <a:t>Kết luận</a:t>
            </a:r>
            <a:r>
              <a:rPr lang="en-US" sz="2400" b="1" dirty="0"/>
              <a:t> :</a:t>
            </a:r>
            <a:endParaRPr lang="vi-VN" sz="2400" b="1" dirty="0"/>
          </a:p>
          <a:p>
            <a:pPr lvl="1" fontAlgn="base">
              <a:lnSpc>
                <a:spcPct val="100000"/>
              </a:lnSpc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.</a:t>
            </a:r>
          </a:p>
          <a:p>
            <a:pPr lvl="1" fontAlgn="base">
              <a:lnSpc>
                <a:spcPct val="100000"/>
              </a:lnSpc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..</a:t>
            </a:r>
          </a:p>
          <a:p>
            <a:pPr lvl="1" fontAlgn="base">
              <a:lnSpc>
                <a:spcPct val="100000"/>
              </a:lnSpc>
            </a:pPr>
            <a:r>
              <a:rPr lang="vi-VN" dirty="0"/>
              <a:t>Tích hợp AI đơn giản để </a:t>
            </a:r>
            <a:r>
              <a:rPr lang="vi-VN" b="1" dirty="0"/>
              <a:t>dự báo nhu cầu bán hàng</a:t>
            </a:r>
            <a:r>
              <a:rPr lang="vi-VN" dirty="0"/>
              <a:t>, giúp quản lý hàng tồn kho hiệu quả.</a:t>
            </a:r>
            <a:endParaRPr lang="en-US" dirty="0"/>
          </a:p>
          <a:p>
            <a:pPr marL="0" indent="0" fontAlgn="base">
              <a:lnSpc>
                <a:spcPct val="100000"/>
              </a:lnSpc>
              <a:buNone/>
            </a:pPr>
            <a:r>
              <a:rPr lang="vi-VN" sz="2400" b="1" dirty="0"/>
              <a:t>Hướng phát triển</a:t>
            </a:r>
            <a:r>
              <a:rPr lang="en-US" sz="2400" b="1" dirty="0"/>
              <a:t> :</a:t>
            </a:r>
            <a:endParaRPr lang="vi-VN" sz="2400" b="1" dirty="0"/>
          </a:p>
          <a:p>
            <a:pPr lvl="1" fontAlgn="base">
              <a:lnSpc>
                <a:spcPct val="100000"/>
              </a:lnSpc>
            </a:pPr>
            <a:r>
              <a:rPr lang="vi-VN" dirty="0"/>
              <a:t>Tích hợp các thuật toán học máy nâng cao (</a:t>
            </a:r>
            <a:r>
              <a:rPr lang="vi-VN" dirty="0" err="1"/>
              <a:t>ARIMA</a:t>
            </a:r>
            <a:r>
              <a:rPr lang="vi-VN" dirty="0"/>
              <a:t>, </a:t>
            </a:r>
            <a:r>
              <a:rPr lang="vi-VN" dirty="0" err="1"/>
              <a:t>LSTM</a:t>
            </a:r>
            <a:r>
              <a:rPr lang="vi-VN" dirty="0"/>
              <a:t>) để </a:t>
            </a:r>
            <a:r>
              <a:rPr lang="vi-VN" b="1" dirty="0"/>
              <a:t>dự báo chính xác hơn</a:t>
            </a:r>
            <a:r>
              <a:rPr lang="vi-VN" dirty="0"/>
              <a:t>.</a:t>
            </a:r>
            <a:endParaRPr lang="en-US" dirty="0"/>
          </a:p>
          <a:p>
            <a:pPr lvl="1" fontAlgn="base">
              <a:lnSpc>
                <a:spcPct val="100000"/>
              </a:lnSpc>
            </a:pPr>
            <a:r>
              <a:rPr lang="en-US" dirty="0" err="1"/>
              <a:t>Thêm</a:t>
            </a:r>
            <a:r>
              <a:rPr lang="en-US" dirty="0"/>
              <a:t> responsive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.</a:t>
            </a:r>
          </a:p>
          <a:p>
            <a:pPr lvl="1" fontAlgn="base">
              <a:lnSpc>
                <a:spcPct val="100000"/>
              </a:lnSpc>
            </a:pPr>
            <a:r>
              <a:rPr lang="en-US" dirty="0"/>
              <a:t>L</a:t>
            </a:r>
            <a:r>
              <a:rPr lang="vi-VN" dirty="0"/>
              <a:t>iên kết</a:t>
            </a:r>
            <a:r>
              <a:rPr lang="en-US" dirty="0"/>
              <a:t> </a:t>
            </a:r>
            <a:r>
              <a:rPr lang="vi-VN" dirty="0"/>
              <a:t>với các nền tảng xã hội khác như facebook, zalo</a:t>
            </a:r>
            <a:r>
              <a:rPr lang="en-US" dirty="0"/>
              <a:t>…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, </a:t>
            </a:r>
            <a:r>
              <a:rPr lang="en-US" dirty="0" err="1"/>
              <a:t>quảng</a:t>
            </a:r>
            <a:r>
              <a:rPr lang="en-US" dirty="0"/>
              <a:t> </a:t>
            </a:r>
            <a:r>
              <a:rPr lang="en-US" dirty="0" err="1"/>
              <a:t>bá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tin.</a:t>
            </a:r>
          </a:p>
          <a:p>
            <a:pPr lvl="1" fontAlgn="base"/>
            <a:endParaRPr lang="en-US" dirty="0"/>
          </a:p>
          <a:p>
            <a:pPr lvl="1" fontAlgn="base"/>
            <a:endParaRPr lang="vi-VN" sz="2000" dirty="0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3BF0472E-C100-4BF2-877B-A66358F62BBB}"/>
              </a:ext>
            </a:extLst>
          </p:cNvPr>
          <p:cNvSpPr txBox="1"/>
          <p:nvPr/>
        </p:nvSpPr>
        <p:spPr>
          <a:xfrm>
            <a:off x="11535548" y="6488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Lato" panose="020F0502020204030203"/>
              </a:rPr>
              <a:t>23</a:t>
            </a:r>
            <a:endParaRPr lang="en-GB" b="1" dirty="0">
              <a:solidFill>
                <a:srgbClr val="C00000"/>
              </a:solidFill>
              <a:latin typeface="Lato" panose="020F0502020204030203"/>
            </a:endParaRPr>
          </a:p>
        </p:txBody>
      </p:sp>
    </p:spTree>
    <p:extLst>
      <p:ext uri="{BB962C8B-B14F-4D97-AF65-F5344CB8AC3E}">
        <p14:creationId xmlns:p14="http://schemas.microsoft.com/office/powerpoint/2010/main" val="3542979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FA621509-997C-476D-938F-6C859768F96C}"/>
              </a:ext>
            </a:extLst>
          </p:cNvPr>
          <p:cNvSpPr txBox="1">
            <a:spLocks/>
          </p:cNvSpPr>
          <p:nvPr/>
        </p:nvSpPr>
        <p:spPr>
          <a:xfrm>
            <a:off x="4552280" y="2102505"/>
            <a:ext cx="7639720" cy="26529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6000" dirty="0"/>
              <a:t>Em xin chân thành cảm ơn hội đồng vì đã lắng nghe</a:t>
            </a:r>
            <a:r>
              <a:rPr lang="en-US" sz="60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54995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4770848-7955-4ec6-9f06-ace3904740ab">
      <UserInfo>
        <DisplayName>Cán bộ viên chức Bách Khoa</DisplayName>
        <AccountId>7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29E730-54C4-4C28-BED5-F21A5A17C36A}">
  <ds:schemaRefs>
    <ds:schemaRef ds:uri="757826ba-dfa3-48aa-98b2-1e988427fee5"/>
    <ds:schemaRef ds:uri="http://schemas.microsoft.com/office/2006/documentManagement/types"/>
    <ds:schemaRef ds:uri="http://purl.org/dc/dcmitype/"/>
    <ds:schemaRef ds:uri="http://purl.org/dc/terms/"/>
    <ds:schemaRef ds:uri="e4770848-7955-4ec6-9f06-ace3904740ab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238E738-BBF9-4972-8A16-48B0E68732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826ba-dfa3-48aa-98b2-1e988427fee5"/>
    <ds:schemaRef ds:uri="e4770848-7955-4ec6-9f06-ace3904740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CC4DF4-9078-4FA4-84E7-1FE1D3C876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1313</Words>
  <Application>Microsoft Office PowerPoint</Application>
  <PresentationFormat>Màn hình rộng</PresentationFormat>
  <Paragraphs>121</Paragraphs>
  <Slides>24</Slides>
  <Notes>5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24</vt:i4>
      </vt:variant>
    </vt:vector>
  </HeadingPairs>
  <TitlesOfParts>
    <vt:vector size="29" baseType="lpstr">
      <vt:lpstr>Arial</vt:lpstr>
      <vt:lpstr>Calibri</vt:lpstr>
      <vt:lpstr>Lato</vt:lpstr>
      <vt:lpstr>Wingdings</vt:lpstr>
      <vt:lpstr>Office Theme</vt:lpstr>
      <vt:lpstr>Bản trình bày PowerPoint</vt:lpstr>
      <vt:lpstr>Bản trình bày PowerPoint</vt:lpstr>
      <vt:lpstr>Nội dung trình bày </vt:lpstr>
      <vt:lpstr>Bản trình bày PowerPoint</vt:lpstr>
      <vt:lpstr>1. Đặt vấn đề </vt:lpstr>
      <vt:lpstr>Bản trình bày PowerPoint</vt:lpstr>
      <vt:lpstr>2. MỤC TIÊU CỦA ĐỀ TÀI</vt:lpstr>
      <vt:lpstr>Bản trình bày PowerPoint</vt:lpstr>
      <vt:lpstr>BIỂU ĐỒ USECASE TỔNG QUAN</vt:lpstr>
      <vt:lpstr>QUY TRÌNH NGHIỆP VỤ MUA SẮM CỦA KHÁCH HÀNG</vt:lpstr>
      <vt:lpstr>Bản trình bày PowerPoint</vt:lpstr>
      <vt:lpstr>THIẾT KẾ KIẾN TRÚC</vt:lpstr>
      <vt:lpstr>THIẾT KẾ TỔNG QUAN</vt:lpstr>
      <vt:lpstr>THIẾT KẾ DATABASE</vt:lpstr>
      <vt:lpstr>GIAO DIỆN TRANG CHỦ</vt:lpstr>
      <vt:lpstr>GIAO DIỆN QUẢN LÝ SẢN PHẨM</vt:lpstr>
      <vt:lpstr>GIAO DIỆN QUẢN LÝ ĐƠN HÀNG CỦA ADMIN</vt:lpstr>
      <vt:lpstr>Bản trình bày PowerPoint</vt:lpstr>
      <vt:lpstr>SỬ DỤNG KIẾN TRÚC 3 LỚP KẾT HỢP SINGLE PAGE APPLICATION</vt:lpstr>
      <vt:lpstr>CHỨC NĂNG DỰ ĐOÁN SỐ LƯỢNG BÁN RA CỦA SẢN PHẨM</vt:lpstr>
      <vt:lpstr>CHỨC NĂNG DỰ ĐOÁN SỐ LƯỢNG BÁN RA CỦA SẢN PHẨM</vt:lpstr>
      <vt:lpstr>Bản trình bày PowerPoint</vt:lpstr>
      <vt:lpstr>KẾT LUẬN VÀ HƯỚNG PHÁT TRIỂN 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Pham Nhat Anh 20214987</cp:lastModifiedBy>
  <cp:revision>12</cp:revision>
  <dcterms:created xsi:type="dcterms:W3CDTF">2021-05-28T04:32:29Z</dcterms:created>
  <dcterms:modified xsi:type="dcterms:W3CDTF">2025-07-07T12:41:46Z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  <property fmtid="{D5CDD505-2E9C-101B-9397-08002B2CF9AE}" pid="3" name="MediaServiceImageTags">
    <vt:lpwstr/>
  </property>
</Properties>
</file>